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6"/>
  </p:sldMasterIdLst>
  <p:notesMasterIdLst>
    <p:notesMasterId r:id="rId26"/>
  </p:notesMasterIdLst>
  <p:handoutMasterIdLst>
    <p:handoutMasterId r:id="rId27"/>
  </p:handoutMasterIdLst>
  <p:sldIdLst>
    <p:sldId id="271" r:id="rId17"/>
    <p:sldId id="270" r:id="rId18"/>
    <p:sldId id="273" r:id="rId19"/>
    <p:sldId id="274" r:id="rId20"/>
    <p:sldId id="275" r:id="rId21"/>
    <p:sldId id="272" r:id="rId22"/>
    <p:sldId id="276" r:id="rId23"/>
    <p:sldId id="277" r:id="rId24"/>
    <p:sldId id="261" r:id="rId25"/>
  </p:sldIdLst>
  <p:sldSz cx="12192000" cy="6858000"/>
  <p:notesSz cx="6858000" cy="9144000"/>
  <p:embeddedFontLst>
    <p:embeddedFont>
      <p:font typeface="Ericsson Hilda" pitchFamily="2" charset="0"/>
      <p:regular r:id="rId28"/>
      <p:bold r:id="rId29"/>
    </p:embeddedFont>
    <p:embeddedFont>
      <p:font typeface="Ericsson Hilda ExtraBold" pitchFamily="2" charset="0"/>
      <p:bold r:id="rId30"/>
    </p:embeddedFont>
    <p:embeddedFont>
      <p:font typeface="Ericsson Hilda ExtraLight" pitchFamily="2" charset="0"/>
      <p:regular r:id="rId31"/>
    </p:embeddedFont>
    <p:embeddedFont>
      <p:font typeface="Ericsson Hilda Light" pitchFamily="2" charset="0"/>
      <p:regular r:id="rId32"/>
    </p:embeddedFont>
    <p:embeddedFont>
      <p:font typeface="Ericsson Technical Icons" pitchFamily="2" charset="0"/>
      <p:regular r:id="rId33"/>
      <p:bold r:id="rId34"/>
      <p:italic r:id="rId35"/>
      <p:boldItalic r:id="rId36"/>
    </p:embeddedFont>
  </p:embeddedFontLst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D1D1FE1-8989-AC62-B09F-3A4283D2C96E}" name="John Mattsson" initials="JP" userId="S::john.mattsson@ericsson.com::af1d955f-31b2-4b66-a94f-49d4d7f7d26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4" autoAdjust="0"/>
    <p:restoredTop sz="94110" autoAdjust="0"/>
  </p:normalViewPr>
  <p:slideViewPr>
    <p:cSldViewPr snapToGrid="0" snapToObjects="1" showGuides="1">
      <p:cViewPr varScale="1">
        <p:scale>
          <a:sx n="112" d="100"/>
          <a:sy n="112" d="100"/>
        </p:scale>
        <p:origin x="200" y="3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192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slide" Target="slides/slide2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5.xml"/><Relationship Id="rId34" Type="http://schemas.openxmlformats.org/officeDocument/2006/relationships/font" Target="fonts/font7.fntdata"/><Relationship Id="rId42" Type="http://schemas.microsoft.com/office/2018/10/relationships/authors" Target="author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.xml"/><Relationship Id="rId20" Type="http://schemas.openxmlformats.org/officeDocument/2006/relationships/slide" Target="slides/slide4.xml"/><Relationship Id="rId29" Type="http://schemas.openxmlformats.org/officeDocument/2006/relationships/font" Target="fonts/font2.fntdata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slide" Target="slides/slide8.xml"/><Relationship Id="rId32" Type="http://schemas.openxmlformats.org/officeDocument/2006/relationships/font" Target="fonts/font5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slide" Target="slides/slide7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customXml" Target="../customXml/item10.xml"/><Relationship Id="rId19" Type="http://schemas.openxmlformats.org/officeDocument/2006/relationships/slide" Target="slides/slide3.xml"/><Relationship Id="rId31" Type="http://schemas.openxmlformats.org/officeDocument/2006/relationships/font" Target="fonts/font4.fntdata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slide" Target="slides/slide6.xml"/><Relationship Id="rId27" Type="http://schemas.openxmlformats.org/officeDocument/2006/relationships/handoutMaster" Target="handoutMasters/handout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font" Target="fonts/font6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gnus Westerlund" userId="d1f911fd-f2d9-4af0-9810-372c2434ea9e" providerId="ADAL" clId="{7C0B1DB3-C1BB-5C7B-ADA6-81A78F8132A4}"/>
    <pc:docChg chg="custSel modSld">
      <pc:chgData name="Magnus Westerlund" userId="d1f911fd-f2d9-4af0-9810-372c2434ea9e" providerId="ADAL" clId="{7C0B1DB3-C1BB-5C7B-ADA6-81A78F8132A4}" dt="2026-07-18T12:35:02.143" v="176" actId="20577"/>
      <pc:docMkLst>
        <pc:docMk/>
      </pc:docMkLst>
      <pc:sldChg chg="modSp mod">
        <pc:chgData name="Magnus Westerlund" userId="d1f911fd-f2d9-4af0-9810-372c2434ea9e" providerId="ADAL" clId="{7C0B1DB3-C1BB-5C7B-ADA6-81A78F8132A4}" dt="2026-07-16T13:06:05.723" v="36" actId="27636"/>
        <pc:sldMkLst>
          <pc:docMk/>
          <pc:sldMk cId="3709959988" sldId="270"/>
        </pc:sldMkLst>
        <pc:spChg chg="mod">
          <ac:chgData name="Magnus Westerlund" userId="d1f911fd-f2d9-4af0-9810-372c2434ea9e" providerId="ADAL" clId="{7C0B1DB3-C1BB-5C7B-ADA6-81A78F8132A4}" dt="2026-07-16T13:06:05.723" v="36" actId="27636"/>
          <ac:spMkLst>
            <pc:docMk/>
            <pc:sldMk cId="3709959988" sldId="270"/>
            <ac:spMk id="4" creationId="{E93AAB2F-D478-E837-ACB0-D912DA518E4B}"/>
          </ac:spMkLst>
        </pc:spChg>
      </pc:sldChg>
      <pc:sldChg chg="modSp mod">
        <pc:chgData name="Magnus Westerlund" userId="d1f911fd-f2d9-4af0-9810-372c2434ea9e" providerId="ADAL" clId="{7C0B1DB3-C1BB-5C7B-ADA6-81A78F8132A4}" dt="2026-07-16T13:04:25.074" v="4" actId="20577"/>
        <pc:sldMkLst>
          <pc:docMk/>
          <pc:sldMk cId="2230748882" sldId="271"/>
        </pc:sldMkLst>
        <pc:spChg chg="mod">
          <ac:chgData name="Magnus Westerlund" userId="d1f911fd-f2d9-4af0-9810-372c2434ea9e" providerId="ADAL" clId="{7C0B1DB3-C1BB-5C7B-ADA6-81A78F8132A4}" dt="2026-07-16T13:04:25.074" v="4" actId="20577"/>
          <ac:spMkLst>
            <pc:docMk/>
            <pc:sldMk cId="2230748882" sldId="271"/>
            <ac:spMk id="3" creationId="{17D5CE7D-CCF0-44B0-843A-8D46859C44EE}"/>
          </ac:spMkLst>
        </pc:spChg>
      </pc:sldChg>
      <pc:sldChg chg="modSp mod">
        <pc:chgData name="Magnus Westerlund" userId="d1f911fd-f2d9-4af0-9810-372c2434ea9e" providerId="ADAL" clId="{7C0B1DB3-C1BB-5C7B-ADA6-81A78F8132A4}" dt="2026-07-17T14:10:31.518" v="164" actId="20577"/>
        <pc:sldMkLst>
          <pc:docMk/>
          <pc:sldMk cId="3701326332" sldId="273"/>
        </pc:sldMkLst>
        <pc:spChg chg="mod">
          <ac:chgData name="Magnus Westerlund" userId="d1f911fd-f2d9-4af0-9810-372c2434ea9e" providerId="ADAL" clId="{7C0B1DB3-C1BB-5C7B-ADA6-81A78F8132A4}" dt="2026-07-17T14:10:31.518" v="164" actId="20577"/>
          <ac:spMkLst>
            <pc:docMk/>
            <pc:sldMk cId="3701326332" sldId="273"/>
            <ac:spMk id="4" creationId="{7DFDB2E9-A5D0-60E8-6F31-EC95BA9C0AA3}"/>
          </ac:spMkLst>
        </pc:spChg>
      </pc:sldChg>
      <pc:sldChg chg="modSp mod">
        <pc:chgData name="Magnus Westerlund" userId="d1f911fd-f2d9-4af0-9810-372c2434ea9e" providerId="ADAL" clId="{7C0B1DB3-C1BB-5C7B-ADA6-81A78F8132A4}" dt="2026-07-18T12:35:02.143" v="176" actId="20577"/>
        <pc:sldMkLst>
          <pc:docMk/>
          <pc:sldMk cId="2124198194" sldId="274"/>
        </pc:sldMkLst>
        <pc:spChg chg="mod">
          <ac:chgData name="Magnus Westerlund" userId="d1f911fd-f2d9-4af0-9810-372c2434ea9e" providerId="ADAL" clId="{7C0B1DB3-C1BB-5C7B-ADA6-81A78F8132A4}" dt="2026-07-18T12:35:02.143" v="176" actId="20577"/>
          <ac:spMkLst>
            <pc:docMk/>
            <pc:sldMk cId="2124198194" sldId="274"/>
            <ac:spMk id="4" creationId="{314A80B3-1CF1-518A-C35B-B27359B70B41}"/>
          </ac:spMkLst>
        </pc:spChg>
      </pc:sldChg>
      <pc:sldChg chg="modSp mod">
        <pc:chgData name="Magnus Westerlund" userId="d1f911fd-f2d9-4af0-9810-372c2434ea9e" providerId="ADAL" clId="{7C0B1DB3-C1BB-5C7B-ADA6-81A78F8132A4}" dt="2026-07-17T14:11:05.116" v="169" actId="20577"/>
        <pc:sldMkLst>
          <pc:docMk/>
          <pc:sldMk cId="2764015099" sldId="275"/>
        </pc:sldMkLst>
        <pc:spChg chg="mod">
          <ac:chgData name="Magnus Westerlund" userId="d1f911fd-f2d9-4af0-9810-372c2434ea9e" providerId="ADAL" clId="{7C0B1DB3-C1BB-5C7B-ADA6-81A78F8132A4}" dt="2026-07-17T14:11:05.116" v="169" actId="20577"/>
          <ac:spMkLst>
            <pc:docMk/>
            <pc:sldMk cId="2764015099" sldId="275"/>
            <ac:spMk id="5" creationId="{960C9FF5-1894-156C-43F6-643A7F7A1C7D}"/>
          </ac:spMkLst>
        </pc:spChg>
      </pc:sldChg>
      <pc:sldChg chg="modSp mod">
        <pc:chgData name="Magnus Westerlund" userId="d1f911fd-f2d9-4af0-9810-372c2434ea9e" providerId="ADAL" clId="{7C0B1DB3-C1BB-5C7B-ADA6-81A78F8132A4}" dt="2026-07-16T13:39:43.960" v="131" actId="20577"/>
        <pc:sldMkLst>
          <pc:docMk/>
          <pc:sldMk cId="1304617088" sldId="276"/>
        </pc:sldMkLst>
        <pc:spChg chg="mod">
          <ac:chgData name="Magnus Westerlund" userId="d1f911fd-f2d9-4af0-9810-372c2434ea9e" providerId="ADAL" clId="{7C0B1DB3-C1BB-5C7B-ADA6-81A78F8132A4}" dt="2026-07-16T13:39:43.960" v="131" actId="20577"/>
          <ac:spMkLst>
            <pc:docMk/>
            <pc:sldMk cId="1304617088" sldId="276"/>
            <ac:spMk id="3" creationId="{A34535F1-01E7-D3B7-FF34-E094F215875B}"/>
          </ac:spMkLst>
        </pc:spChg>
      </pc:sldChg>
    </pc:docChg>
  </pc:docChgLst>
  <pc:docChgLst>
    <pc:chgData name="John Mattsson" userId="af1d955f-31b2-4b66-a94f-49d4d7f7d266" providerId="ADAL" clId="{CEB9C44D-A79E-5021-A295-4255D07D6C4D}"/>
    <pc:docChg chg="modSld">
      <pc:chgData name="John Mattsson" userId="af1d955f-31b2-4b66-a94f-49d4d7f7d266" providerId="ADAL" clId="{CEB9C44D-A79E-5021-A295-4255D07D6C4D}" dt="2026-07-18T12:22:09.255" v="4" actId="2"/>
      <pc:docMkLst>
        <pc:docMk/>
      </pc:docMkLst>
      <pc:sldChg chg="modSp mod">
        <pc:chgData name="John Mattsson" userId="af1d955f-31b2-4b66-a94f-49d4d7f7d266" providerId="ADAL" clId="{CEB9C44D-A79E-5021-A295-4255D07D6C4D}" dt="2026-07-18T12:22:09.255" v="4" actId="2"/>
        <pc:sldMkLst>
          <pc:docMk/>
          <pc:sldMk cId="2604203220" sldId="272"/>
        </pc:sldMkLst>
        <pc:spChg chg="mod">
          <ac:chgData name="John Mattsson" userId="af1d955f-31b2-4b66-a94f-49d4d7f7d266" providerId="ADAL" clId="{CEB9C44D-A79E-5021-A295-4255D07D6C4D}" dt="2026-07-18T12:22:09.255" v="4" actId="2"/>
          <ac:spMkLst>
            <pc:docMk/>
            <pc:sldMk cId="2604203220" sldId="272"/>
            <ac:spMk id="5" creationId="{80CFE1E9-2446-4327-A152-D121E1DA7E83}"/>
          </ac:spMkLst>
        </pc:spChg>
      </pc:sldChg>
      <pc:sldChg chg="modSp mod">
        <pc:chgData name="John Mattsson" userId="af1d955f-31b2-4b66-a94f-49d4d7f7d266" providerId="ADAL" clId="{CEB9C44D-A79E-5021-A295-4255D07D6C4D}" dt="2026-07-18T12:22:04.383" v="2" actId="2"/>
        <pc:sldMkLst>
          <pc:docMk/>
          <pc:sldMk cId="2764015099" sldId="275"/>
        </pc:sldMkLst>
        <pc:spChg chg="mod">
          <ac:chgData name="John Mattsson" userId="af1d955f-31b2-4b66-a94f-49d4d7f7d266" providerId="ADAL" clId="{CEB9C44D-A79E-5021-A295-4255D07D6C4D}" dt="2026-07-18T12:22:02.332" v="0" actId="2"/>
          <ac:spMkLst>
            <pc:docMk/>
            <pc:sldMk cId="2764015099" sldId="275"/>
            <ac:spMk id="5" creationId="{960C9FF5-1894-156C-43F6-643A7F7A1C7D}"/>
          </ac:spMkLst>
        </pc:spChg>
        <pc:spChg chg="mod">
          <ac:chgData name="John Mattsson" userId="af1d955f-31b2-4b66-a94f-49d4d7f7d266" providerId="ADAL" clId="{CEB9C44D-A79E-5021-A295-4255D07D6C4D}" dt="2026-07-18T12:22:03.706" v="1" actId="2"/>
          <ac:spMkLst>
            <pc:docMk/>
            <pc:sldMk cId="2764015099" sldId="275"/>
            <ac:spMk id="22" creationId="{FAC3E9BB-C227-E96B-3FEB-9ABF5D4273B9}"/>
          </ac:spMkLst>
        </pc:spChg>
        <pc:spChg chg="mod">
          <ac:chgData name="John Mattsson" userId="af1d955f-31b2-4b66-a94f-49d4d7f7d266" providerId="ADAL" clId="{CEB9C44D-A79E-5021-A295-4255D07D6C4D}" dt="2026-07-18T12:22:04.383" v="2" actId="2"/>
          <ac:spMkLst>
            <pc:docMk/>
            <pc:sldMk cId="2764015099" sldId="275"/>
            <ac:spMk id="24" creationId="{094B2021-F91A-99ED-75B0-508368A658F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FD348-9C7F-4865-875C-863EC6E2C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294207-A46E-4F9A-91C9-BB4398CEA9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05526-C577-427D-800D-7921EA160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CA4CFA-39AC-4AB6-B521-EBDB0AF74A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AEDCC-D3AE-4D3E-A1AA-6BA600F27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262122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Ericsson Hilda Light" panose="000004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Ericsson Hilda Light" panose="00000400000000000000" pitchFamily="2" charset="0"/>
              </a:defRPr>
            </a:lvl1pPr>
          </a:lstStyle>
          <a:p>
            <a:fld id="{F949BC75-2359-4F98-918A-7033C92AD48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333820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Ericsson Hilda Light" panose="000004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62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6573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49BC75-2359-4F98-918A-7033C92AD48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56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A9966BF-A434-4BC2-9969-A0AE8B068B9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822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80pt, max 3-lines</a:t>
            </a:r>
            <a:endParaRPr lang="en-US"/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Description/subtitle/speaker…</a:t>
            </a:r>
            <a:br>
              <a:rPr lang="en-US" dirty="0"/>
            </a:br>
            <a:r>
              <a:rPr lang="en-US" dirty="0"/>
              <a:t>Ericsson Hilda Black 20pt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Speaker name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Organization</a:t>
            </a:r>
            <a:endParaRPr lang="en-US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  <a:endParaRPr lang="en-US"/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4575616"/>
      </p:ext>
    </p:extLst>
  </p:cSld>
  <p:clrMapOvr>
    <a:masterClrMapping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103FF1A-D345-1C56-590F-D823A889B028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531" name="Title_TM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479425" y="476250"/>
            <a:ext cx="8353426" cy="3457576"/>
          </a:xfrm>
        </p:spPr>
        <p:txBody>
          <a:bodyPr/>
          <a:lstStyle>
            <a:lvl1pPr>
              <a:lnSpc>
                <a:spcPct val="85000"/>
              </a:lnSpc>
              <a:defRPr sz="8000" b="0" kern="1400" spc="-16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Title/cover page,   Ericsson Hilda Light 80pt, max 3-lines</a:t>
            </a:r>
            <a:endParaRPr lang="en-US"/>
          </a:p>
        </p:txBody>
      </p:sp>
      <p:sp>
        <p:nvSpPr>
          <p:cNvPr id="22530" name="SubTitle_TM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479425" y="4149725"/>
            <a:ext cx="5472114" cy="2087563"/>
          </a:xfrm>
          <a:prstGeom prst="rect">
            <a:avLst/>
          </a:prstGeom>
        </p:spPr>
        <p:txBody>
          <a:bodyPr lIns="7200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Description/subtitle/speaker…</a:t>
            </a:r>
            <a:br>
              <a:rPr lang="en-US" dirty="0"/>
            </a:br>
            <a:r>
              <a:rPr lang="en-US" dirty="0"/>
              <a:t>Ericsson Hilda Black 20pt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 hasCustomPrompt="1"/>
          </p:nvPr>
        </p:nvSpPr>
        <p:spPr>
          <a:xfrm>
            <a:off x="6240463" y="6264000"/>
            <a:ext cx="1910479" cy="262800"/>
          </a:xfrm>
          <a:prstGeom prst="rect">
            <a:avLst/>
          </a:prstGeom>
        </p:spPr>
        <p:txBody>
          <a:bodyPr wrap="none" tIns="0" bIns="0" anchor="ctr" anchorCtr="0"/>
          <a:lstStyle>
            <a:lvl1pPr marL="0" indent="0" algn="r">
              <a:buNone/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Speaker name</a:t>
            </a:r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 hasCustomPrompt="1"/>
          </p:nvPr>
        </p:nvSpPr>
        <p:spPr>
          <a:xfrm>
            <a:off x="8229600" y="6264000"/>
            <a:ext cx="2515041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Organization</a:t>
            </a:r>
            <a:endParaRPr lang="en-US"/>
          </a:p>
        </p:txBody>
      </p:sp>
      <p:sp>
        <p:nvSpPr>
          <p:cNvPr id="15" name="Content Placeholder 11"/>
          <p:cNvSpPr>
            <a:spLocks noGrp="1"/>
          </p:cNvSpPr>
          <p:nvPr>
            <p:ph sz="quarter" idx="12" hasCustomPrompt="1"/>
          </p:nvPr>
        </p:nvSpPr>
        <p:spPr>
          <a:xfrm>
            <a:off x="10811951" y="6264000"/>
            <a:ext cx="897503" cy="26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tIns="0" rIns="0" bIns="0" anchor="ctr" anchorCtr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YYYY-MM-DD</a:t>
            </a:r>
            <a:endParaRPr lang="en-US"/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72C1EE1F-EF94-4EBA-A010-8BC3D2F38C3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0EAB151C-EA5D-17DC-B535-00FFB9FD819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301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/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69F42FFA-3DFB-4DB2-A942-F02200203C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41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E6869961-F931-4F1E-9FB3-8587EBA3F36F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03FD5EF-20DB-46AB-B412-DF9112353719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78DD11F5-924D-4907-D01E-DCB632C069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747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15456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Only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9A6888F-AC26-BA8F-0055-E808E294C9D7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61136CD-F1DB-03FC-F814-EFB4397772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4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44ECCE6-4D94-443E-8C20-CA233A5C057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862044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4333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7697191-0A85-B8C8-9EEC-2BBBCA05BA94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4D3F1FB-D06C-DBD1-2450-16F10900A5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5" name="Title_SM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10521950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document slides when you need space for a long heading and big content area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CFEFC-6AC8-4817-A0D3-6029D48BD29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9425" y="1844675"/>
            <a:ext cx="11233150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C2AD0284-E6BA-49D8-AB3F-D94DBB1D54F0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2386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1 smaller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presentations using short and crisp headings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0799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1 smaller colum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C8FC9BDE-AACF-FAD9-0569-2308D75B1812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89B81D-94DE-1159-ADB9-A5A03B074B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3F4EF873-DC0F-4698-BEC2-502DB043AA5C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Use this layout for presentations using short and crisp headings</a:t>
            </a:r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84F54AF-EED6-486A-9ACA-42061F4AAE9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79425" y="1844675"/>
            <a:ext cx="8353426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7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DB8BC610-C1B0-4C6A-B5C2-80DA487CE5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6276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75883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2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105FD79D-9BC3-0408-DF33-0CA55CC3DCD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D355044D-CD56-AB10-6CA0-CA0669B906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6" name="Title_SM">
            <a:extLst>
              <a:ext uri="{FF2B5EF4-FFF2-40B4-BE49-F238E27FC236}">
                <a16:creationId xmlns:a16="http://schemas.microsoft.com/office/drawing/2014/main" id="{891BF4C4-9DF9-4D9F-A738-37FBCD45AA68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479425" y="1844675"/>
            <a:ext cx="5472113" cy="43926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6240463" y="1844674"/>
            <a:ext cx="5472112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8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3797230-5A6C-4718-8C90-CB9F2709B382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86628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57253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Title and 3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09FDE7F6-BBC9-8CC3-CB40-B28724FF07B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D6BED84F-1648-A661-5267-B4AD41FD9C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0" name="Title_SM">
            <a:extLst>
              <a:ext uri="{FF2B5EF4-FFF2-40B4-BE49-F238E27FC236}">
                <a16:creationId xmlns:a16="http://schemas.microsoft.com/office/drawing/2014/main" id="{6B686A21-AA96-4B0A-B7CE-F4C6D5D31B3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1" hasCustomPrompt="1"/>
          </p:nvPr>
        </p:nvSpPr>
        <p:spPr>
          <a:xfrm>
            <a:off x="481052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sz="quarter" idx="12" hasCustomPrompt="1"/>
          </p:nvPr>
        </p:nvSpPr>
        <p:spPr>
          <a:xfrm>
            <a:off x="4332814" y="1844674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E3794F8-471D-4987-945F-3C29BB03AB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184575" y="1846580"/>
            <a:ext cx="3528000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9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2C8570FA-FAA3-4EFA-A4F1-01C285AE39DE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94992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758992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lumn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44FC84B-7E22-F949-A48C-665D3900E6CC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1FC2882-E07D-F2B8-C050-E922C4080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7" name="Title_SM">
            <a:extLst>
              <a:ext uri="{FF2B5EF4-FFF2-40B4-BE49-F238E27FC236}">
                <a16:creationId xmlns:a16="http://schemas.microsoft.com/office/drawing/2014/main" id="{F4D71A67-F349-4E68-B7B8-D53CE323A76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4" name="Content Placeholder 1"/>
          <p:cNvSpPr>
            <a:spLocks noGrp="1"/>
          </p:cNvSpPr>
          <p:nvPr>
            <p:ph sz="quarter" idx="10" hasCustomPrompt="1"/>
          </p:nvPr>
        </p:nvSpPr>
        <p:spPr>
          <a:xfrm>
            <a:off x="479425" y="1844674"/>
            <a:ext cx="2592388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3359149" y="1844674"/>
            <a:ext cx="2592389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2" hasCustomPrompt="1"/>
          </p:nvPr>
        </p:nvSpPr>
        <p:spPr>
          <a:xfrm>
            <a:off x="6240463" y="1844674"/>
            <a:ext cx="2592388" cy="43926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3" hasCustomPrompt="1"/>
          </p:nvPr>
        </p:nvSpPr>
        <p:spPr>
          <a:xfrm>
            <a:off x="9120188" y="1844674"/>
            <a:ext cx="2592387" cy="43926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/>
            </a:lvl4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</p:txBody>
      </p:sp>
      <p:sp>
        <p:nvSpPr>
          <p:cNvPr id="11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A55C34B4-681E-4FDA-A9BB-6BC31D94C8D6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49344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486120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4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DCFC6A99-DACF-36D5-6C3E-4DC5345A9049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7AA30C5B-96B9-3D1E-B8FE-49DE04E538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9" name="Title_SM">
            <a:extLst>
              <a:ext uri="{FF2B5EF4-FFF2-40B4-BE49-F238E27FC236}">
                <a16:creationId xmlns:a16="http://schemas.microsoft.com/office/drawing/2014/main" id="{2C948968-FB06-45CC-8259-6BDE4430EACB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655" y="1844674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2694" y="1847723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242694" y="4151955"/>
            <a:ext cx="5472113" cy="2087564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BD2C41D-0700-4885-AB77-25AFFE4E1FD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1655" y="4152597"/>
            <a:ext cx="5472113" cy="2089151"/>
          </a:xfrm>
          <a:prstGeom prst="rect">
            <a:avLst/>
          </a:prstGeom>
        </p:spPr>
        <p:txBody>
          <a:bodyPr lIns="72000" tIns="3600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/>
            </a:lvl5pPr>
          </a:lstStyle>
          <a:p>
            <a:pPr lvl="0"/>
            <a:r>
              <a:rPr lang="en-US" dirty="0"/>
              <a:t>For heading, use Ericsson Hilda in bold. For copy and bullets, use Ericsson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2"/>
            <a:r>
              <a:rPr lang="en-US" dirty="0"/>
              <a:t>Third level</a:t>
            </a:r>
            <a:endParaRPr lang="en-US"/>
          </a:p>
          <a:p>
            <a:pPr lvl="3"/>
            <a:r>
              <a:rPr lang="en-US" dirty="0"/>
              <a:t>Fourth level</a:t>
            </a:r>
            <a:endParaRPr lang="en-US"/>
          </a:p>
        </p:txBody>
      </p:sp>
      <p:sp>
        <p:nvSpPr>
          <p:cNvPr id="10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549048C1-340D-44C4-857B-1B201EC9A7E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4322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8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3"/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3"/>
            <a:endParaRPr lang="en-US" dirty="0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369881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Title and 8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>
            <a:extLst>
              <a:ext uri="{FF2B5EF4-FFF2-40B4-BE49-F238E27FC236}">
                <a16:creationId xmlns:a16="http://schemas.microsoft.com/office/drawing/2014/main" id="{3573FEDA-98AE-F7E3-43DF-75A830443C4A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AFF8CACC-7FD5-4CBA-651F-A83C83174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  <p:sp>
        <p:nvSpPr>
          <p:cNvPr id="13" name="Title_SM">
            <a:extLst>
              <a:ext uri="{FF2B5EF4-FFF2-40B4-BE49-F238E27FC236}">
                <a16:creationId xmlns:a16="http://schemas.microsoft.com/office/drawing/2014/main" id="{99858DC4-E787-41D2-A613-961D60F89117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479425" y="476250"/>
            <a:ext cx="8353426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481560" y="1844675"/>
            <a:ext cx="2592389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quarter" idx="2" hasCustomPrompt="1"/>
          </p:nvPr>
        </p:nvSpPr>
        <p:spPr>
          <a:xfrm>
            <a:off x="6243216" y="1844674"/>
            <a:ext cx="2592387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3"/>
            <a:endParaRPr lang="en-US" dirty="0"/>
          </a:p>
        </p:txBody>
      </p:sp>
      <p:sp>
        <p:nvSpPr>
          <p:cNvPr id="5" name="Content Placeholder 3"/>
          <p:cNvSpPr>
            <a:spLocks noGrp="1"/>
          </p:cNvSpPr>
          <p:nvPr>
            <p:ph sz="quarter" idx="3" hasCustomPrompt="1"/>
          </p:nvPr>
        </p:nvSpPr>
        <p:spPr>
          <a:xfrm>
            <a:off x="481561" y="4151134"/>
            <a:ext cx="2592389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6" name="Content Placeholder 4"/>
          <p:cNvSpPr>
            <a:spLocks noGrp="1"/>
          </p:cNvSpPr>
          <p:nvPr>
            <p:ph sz="quarter" idx="4" hasCustomPrompt="1"/>
          </p:nvPr>
        </p:nvSpPr>
        <p:spPr>
          <a:xfrm>
            <a:off x="6243152" y="4151245"/>
            <a:ext cx="2592387" cy="208629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 marL="1028700" indent="0">
              <a:buNone/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9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3359835" y="1844674"/>
            <a:ext cx="2592388" cy="2089150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3361288" y="4151861"/>
            <a:ext cx="2592387" cy="2087563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11" name="Content Placeholder 7"/>
          <p:cNvSpPr>
            <a:spLocks noGrp="1"/>
          </p:cNvSpPr>
          <p:nvPr>
            <p:ph sz="quarter" idx="13" hasCustomPrompt="1"/>
          </p:nvPr>
        </p:nvSpPr>
        <p:spPr>
          <a:xfrm>
            <a:off x="9122324" y="1844674"/>
            <a:ext cx="2592387" cy="2089151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  <a:p>
            <a:pPr lvl="3"/>
            <a:endParaRPr lang="en-US" dirty="0"/>
          </a:p>
        </p:txBody>
      </p:sp>
      <p:sp>
        <p:nvSpPr>
          <p:cNvPr id="10" name="Content Placeholder 8"/>
          <p:cNvSpPr>
            <a:spLocks noGrp="1"/>
          </p:cNvSpPr>
          <p:nvPr>
            <p:ph sz="quarter" idx="12" hasCustomPrompt="1"/>
          </p:nvPr>
        </p:nvSpPr>
        <p:spPr>
          <a:xfrm>
            <a:off x="9122324" y="4151861"/>
            <a:ext cx="2592387" cy="2087562"/>
          </a:xfrm>
          <a:prstGeom prst="rect">
            <a:avLst/>
          </a:prstGeom>
        </p:spPr>
        <p:txBody>
          <a:bodyPr lIns="72000" tIns="36000"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2000">
                <a:solidFill>
                  <a:schemeClr val="tx1"/>
                </a:solidFill>
              </a:defRPr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For heading, use Ericsson Hilda in bold. For copy and bullets, use E. Hilda.</a:t>
            </a:r>
            <a:endParaRPr lang="en-US"/>
          </a:p>
          <a:p>
            <a:pPr lvl="0"/>
            <a:r>
              <a:rPr lang="en-US" dirty="0"/>
              <a:t>First level</a:t>
            </a:r>
            <a:endParaRPr lang="en-US"/>
          </a:p>
          <a:p>
            <a:pPr lvl="1"/>
            <a:r>
              <a:rPr lang="en-US" dirty="0"/>
              <a:t>Second level</a:t>
            </a:r>
            <a:endParaRPr lang="en-US"/>
          </a:p>
        </p:txBody>
      </p:sp>
      <p:sp>
        <p:nvSpPr>
          <p:cNvPr id="14" name="txtfooterCopy" descr="{&#10; &quot;SkabelonDesign&quot;: {&#10; &quot;textualValue&quot;: &quot;&lt;key1/&gt;&quot;,&#10; &quot;bindingCollection&quot;: {&#10; &quot;key1&quot;: {&quot;SkabelonDesign&quot;:{&quot;type&quot;:&quot;Text&quot;,&quot;binding&quot;:&quot;Module.FooterText&quot;}}&#10; }&#10; }&#10;}">
            <a:extLst>
              <a:ext uri="{FF2B5EF4-FFF2-40B4-BE49-F238E27FC236}">
                <a16:creationId xmlns:a16="http://schemas.microsoft.com/office/drawing/2014/main" id="{089CBEB5-348B-49F3-8F8B-FDEE08950E37}"/>
              </a:ext>
            </a:extLst>
          </p:cNvPr>
          <p:cNvSpPr txBox="1"/>
          <p:nvPr userDrawn="1"/>
        </p:nvSpPr>
        <p:spPr>
          <a:xfrm>
            <a:off x="421638" y="6524625"/>
            <a:ext cx="65" cy="123111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indent="0" algn="l">
              <a:buFontTx/>
              <a:buNone/>
            </a:pPr>
            <a:endParaRPr lang="en-US" sz="800" b="0" i="0" u="none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2095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ck logo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_TM">
            <a:extLst>
              <a:ext uri="{FF2B5EF4-FFF2-40B4-BE49-F238E27FC236}">
                <a16:creationId xmlns:a16="http://schemas.microsoft.com/office/drawing/2014/main" id="{B200748E-0B61-48E1-8B47-504C30250995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Use this space for relevant Ericsson URLs or hashtags</a:t>
            </a:r>
            <a:endParaRPr lang="en-US"/>
          </a:p>
        </p:txBody>
      </p:sp>
      <p:pic>
        <p:nvPicPr>
          <p:cNvPr id="2" name="image">
            <a:extLst>
              <a:ext uri="{FF2B5EF4-FFF2-40B4-BE49-F238E27FC236}">
                <a16:creationId xmlns:a16="http://schemas.microsoft.com/office/drawing/2014/main" id="{3DDE3DF2-4191-6EC8-7BFC-F1AAA9CFC1C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59975"/>
            <a:ext cx="2120176" cy="212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1685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logo end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000C8FCC-57E5-3E43-E21A-B3EDA1DB3E60}"/>
              </a:ext>
            </a:extLst>
          </p:cNvPr>
          <p:cNvSpPr/>
          <p:nvPr userDrawn="1"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alpha val="0"/>
            </a:schemeClr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72000" tIns="36000" rIns="73152" bIns="3657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180000" indent="-180000" algn="l">
              <a:spcBef>
                <a:spcPts val="800"/>
              </a:spcBef>
              <a:buFont typeface="Ericsson Hilda" panose="00000500000000000000" pitchFamily="2" charset="0"/>
              <a:buChar char="●"/>
            </a:pPr>
            <a:endParaRPr lang="en-US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6944A971-8DF1-600E-1D36-CB1EC2440F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177" y="2260680"/>
            <a:ext cx="2119473" cy="2120400"/>
          </a:xfrm>
          <a:prstGeom prst="rect">
            <a:avLst/>
          </a:prstGeom>
        </p:spPr>
      </p:pic>
      <p:sp>
        <p:nvSpPr>
          <p:cNvPr id="2" name="SubTitle_TM">
            <a:extLst>
              <a:ext uri="{FF2B5EF4-FFF2-40B4-BE49-F238E27FC236}">
                <a16:creationId xmlns:a16="http://schemas.microsoft.com/office/drawing/2014/main" id="{FCF1ABC6-0A4C-6C18-E8A5-415153FD00B6}"/>
              </a:ext>
            </a:extLst>
          </p:cNvPr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074195" y="5004940"/>
            <a:ext cx="6045994" cy="347472"/>
          </a:xfrm>
          <a:prstGeom prst="rect">
            <a:avLst/>
          </a:prstGeom>
        </p:spPr>
        <p:txBody>
          <a:bodyPr rIns="7200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Ericsson Hilda Light" charset="0"/>
              <a:buNone/>
              <a:defRPr sz="20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Use this space for relevant Ericsson URLs or hashtags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482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bedded charac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AF35DD-3E5E-42CB-AFA5-5E09E14F72A4}"/>
              </a:ext>
            </a:extLst>
          </p:cNvPr>
          <p:cNvSpPr txBox="1"/>
          <p:nvPr userDrawn="1"/>
        </p:nvSpPr>
        <p:spPr bwMode="auto">
          <a:xfrm>
            <a:off x="479425" y="142897"/>
            <a:ext cx="11233149" cy="6561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400" b="1" dirty="0">
                <a:solidFill>
                  <a:schemeClr val="tx1"/>
                </a:solidFill>
                <a:latin typeface="+mn-lt"/>
              </a:rPr>
              <a:t>This Master Slide is to ensure that all our characters are embedded with the presentation. Should not be used in a presentation.</a:t>
            </a:r>
            <a:endParaRPr lang="en-US"/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endParaRPr lang="en-US" sz="1400" b="1" dirty="0">
              <a:solidFill>
                <a:schemeClr val="tx1"/>
              </a:solidFill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dirty="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EricssonHilda</a:t>
            </a:r>
            <a:r>
              <a:rPr lang="en-US" sz="1200" u="sng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(</a:t>
            </a:r>
            <a:r>
              <a:rPr lang="en-US" sz="1200" u="sng" dirty="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ExtraLight</a:t>
            </a:r>
            <a:r>
              <a:rPr lang="en-US" sz="1200" u="sng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):</a:t>
            </a:r>
            <a:r>
              <a:rPr lang="en-US" sz="1200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!"#$%&amp;'()*+,./0123456789:;&lt;=&gt;?@ABCDEFGHIJKLMNOPQRSTUVWXYZ[\]^_`</a:t>
            </a:r>
            <a:r>
              <a:rPr lang="en-US" sz="1200" dirty="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abcdefghijklmnopqrstuvwxyz</a:t>
            </a:r>
            <a:r>
              <a:rPr lang="en-US" sz="1200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 dirty="0">
                <a:solidFill>
                  <a:schemeClr val="tx1"/>
                </a:solidFill>
                <a:latin typeface="Ericsson Hilda ExtraLight" panose="00000300000000000000" pitchFamily="2" charset="0"/>
                <a:ea typeface="+mn-ea"/>
                <a:cs typeface="+mn-cs"/>
              </a:rPr>
              <a:t>Čč</a:t>
            </a:r>
            <a:r>
              <a:rPr lang="en-US" sz="1200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dirty="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ẀẁẃẄẅỲỳ</a:t>
            </a:r>
            <a:r>
              <a:rPr lang="en-US" sz="1200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dirty="0" err="1">
                <a:solidFill>
                  <a:schemeClr val="tx1"/>
                </a:solidFill>
                <a:latin typeface="Ericsson Hilda ExtraLight" panose="00000300000000000000" pitchFamily="2" charset="0"/>
              </a:rPr>
              <a:t>ﬁﬂΆΈΉΊΌΎΏΐΑΒΓΕΖΗΘΙΚΛΜΝΞΟΠΡΣΤΥΦΧΨΪΫΆΈΉΊΰ</a:t>
            </a:r>
            <a:r>
              <a:rPr lang="en-US" sz="1200" dirty="0">
                <a:solidFill>
                  <a:schemeClr val="tx1"/>
                </a:solidFill>
                <a:latin typeface="Ericsson Hilda ExtraLight" panose="000003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u="sng" dirty="0" err="1">
                <a:solidFill>
                  <a:schemeClr val="tx1"/>
                </a:solidFill>
                <a:latin typeface="+mj-lt"/>
              </a:rPr>
              <a:t>EricssonHilda</a:t>
            </a:r>
            <a:r>
              <a:rPr lang="en-US" sz="1200" u="sng" dirty="0">
                <a:solidFill>
                  <a:schemeClr val="tx1"/>
                </a:solidFill>
                <a:latin typeface="+mj-lt"/>
              </a:rPr>
              <a:t>(Light):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dirty="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dirty="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dirty="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dirty="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dirty="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buClr>
                <a:schemeClr val="tx1"/>
              </a:buClr>
              <a:buFont typeface="Ericsson Hilda Light" panose="00000400000000000000" pitchFamily="2" charset="0"/>
              <a:buNone/>
            </a:pPr>
            <a:r>
              <a:rPr lang="en-US" sz="1200" u="sng" dirty="0" err="1">
                <a:solidFill>
                  <a:schemeClr val="tx1"/>
                </a:solidFill>
                <a:latin typeface="+mn-lt"/>
              </a:rPr>
              <a:t>EricssonHilda</a:t>
            </a:r>
            <a:r>
              <a:rPr lang="en-US" sz="1200" u="sng" dirty="0">
                <a:solidFill>
                  <a:schemeClr val="tx1"/>
                </a:solidFill>
                <a:latin typeface="+mn-lt"/>
              </a:rPr>
              <a:t>(Regular):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dirty="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dirty="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dirty="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dirty="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dirty="0" err="1">
                <a:solidFill>
                  <a:schemeClr val="tx1"/>
                </a:solidFill>
                <a:latin typeface="+mj-lt"/>
              </a:rPr>
              <a:t>EricssonHildaLight+Bold</a:t>
            </a:r>
            <a:r>
              <a:rPr lang="en-US" sz="1200" b="1" u="sng" dirty="0">
                <a:solidFill>
                  <a:schemeClr val="tx1"/>
                </a:solidFill>
                <a:latin typeface="+mj-lt"/>
              </a:rPr>
              <a:t>(Medium):</a:t>
            </a:r>
            <a:r>
              <a:rPr lang="en-US" sz="1200" b="1" dirty="0">
                <a:solidFill>
                  <a:schemeClr val="tx1"/>
                </a:solidFill>
                <a:latin typeface="+mj-lt"/>
              </a:rPr>
              <a:t>!"#$%&amp;'()*+,./0123456789:;&lt;=&gt;?@ABCDEFGHIJKLMNOPQRSTUVWXYZ[\]^_`</a:t>
            </a:r>
            <a:r>
              <a:rPr lang="en-US" sz="1200" b="1" dirty="0" err="1">
                <a:solidFill>
                  <a:schemeClr val="tx1"/>
                </a:solidFill>
                <a:latin typeface="+mj-lt"/>
              </a:rPr>
              <a:t>abcdefghijklmnopqrstuvwxyz</a:t>
            </a:r>
            <a:r>
              <a:rPr lang="en-US" sz="1200" b="1" dirty="0">
                <a:solidFill>
                  <a:schemeClr val="tx1"/>
                </a:solidFill>
                <a:latin typeface="+mj-lt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Čč</a:t>
            </a:r>
            <a:r>
              <a:rPr lang="en-US" sz="1200" b="1" dirty="0">
                <a:solidFill>
                  <a:schemeClr val="tx1"/>
                </a:solidFill>
                <a:latin typeface="+mj-lt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1" dirty="0" err="1">
                <a:solidFill>
                  <a:schemeClr val="tx1"/>
                </a:solidFill>
                <a:latin typeface="+mj-lt"/>
              </a:rPr>
              <a:t>ẀẁẃẄẅỲỳ</a:t>
            </a:r>
            <a:r>
              <a:rPr lang="en-US" sz="1200" b="1" dirty="0">
                <a:solidFill>
                  <a:schemeClr val="tx1"/>
                </a:solidFill>
                <a:latin typeface="+mj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dirty="0" err="1">
                <a:solidFill>
                  <a:schemeClr val="tx1"/>
                </a:solidFill>
                <a:latin typeface="+mj-lt"/>
              </a:rPr>
              <a:t>ﬁﬂΆΈΉΊΌΎΏΐΑΒΓΕΖΗΘΙΚΛΜΝΞΟΠΡΣΤΥΦΧΨΪΫΆΈΉΊΰ</a:t>
            </a:r>
            <a:r>
              <a:rPr lang="en-US" sz="1200" b="1" dirty="0">
                <a:solidFill>
                  <a:schemeClr val="tx1"/>
                </a:solidFill>
                <a:latin typeface="+mj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</a:t>
            </a:r>
            <a:r>
              <a:rPr lang="en-US" sz="1200" b="1" dirty="0">
                <a:solidFill>
                  <a:schemeClr val="tx1"/>
                </a:solidFill>
                <a:latin typeface="Ericsson Hilda Light" panose="00000400000000000000" pitchFamily="2" charset="0"/>
              </a:rPr>
              <a:t>●</a:t>
            </a:r>
            <a:endParaRPr lang="en-US" sz="1200" b="1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u="sng" dirty="0" err="1">
                <a:solidFill>
                  <a:schemeClr val="tx1"/>
                </a:solidFill>
                <a:latin typeface="+mn-lt"/>
              </a:rPr>
              <a:t>EricssonHilda+Bold</a:t>
            </a:r>
            <a:r>
              <a:rPr lang="en-US" sz="1200" b="1" u="sng" dirty="0">
                <a:solidFill>
                  <a:schemeClr val="tx1"/>
                </a:solidFill>
                <a:latin typeface="+mn-lt"/>
              </a:rPr>
              <a:t>(Bold):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!"#$%&amp;'()*+,./0123456789:;&lt;=&gt;?@ABCDEFGHIJKLMNOPQRSTUVWXYZ[\]^_`</a:t>
            </a:r>
            <a:r>
              <a:rPr lang="en-US" sz="1200" b="1" dirty="0" err="1">
                <a:solidFill>
                  <a:schemeClr val="tx1"/>
                </a:solidFill>
                <a:latin typeface="+mn-lt"/>
              </a:rPr>
              <a:t>abcdefghijklmnopqrstuvwxyz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{|}~¡¢£¤¥¦§¨©ª«¬®¯°±²³´¶·¸¹º»¼½ÀÁÂÃÄÅÆÇÈËÌÍÎÏÐÑÒÓÔÕÖ×ØÙÚÛÜÝÞßàáâãäåæçèéêëìíîïðñòóôõö÷øùúûüýþÿĀāĂăąĆćĊċČčĎďĐđĒĖėĘęĚěĞğĠġĢģĪīĮįİıĶķĹĺĻļĽľŁłŃńŅņŇňŌŐőŒœŔŕŖŗŘřŚśŞşŠšŢţŤťŪūŮůŰűŲųŴŵŶŷŸŹźŻżŽžƒȘșˆˇ˘˙˚˛˜˝</a:t>
            </a:r>
            <a:r>
              <a:rPr lang="en-US" sz="1200" b="1" dirty="0" err="1">
                <a:solidFill>
                  <a:schemeClr val="tx1"/>
                </a:solidFill>
                <a:latin typeface="+mn-lt"/>
              </a:rPr>
              <a:t>ẀẁẃẄẅỲỳ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1" dirty="0" err="1">
                <a:solidFill>
                  <a:schemeClr val="tx1"/>
                </a:solidFill>
                <a:latin typeface="+mn-lt"/>
              </a:rPr>
              <a:t>ﬁﬂΆΈΉΊΌΎΏΐΑΒΓΕΖΗΘΙΚΛΜΝΞΟΠΡΣΤΥΦΧΨΪΫΆΈΉΊΰ</a:t>
            </a:r>
            <a:r>
              <a:rPr lang="en-US" sz="1200" b="1" dirty="0">
                <a:solidFill>
                  <a:schemeClr val="tx1"/>
                </a:solidFill>
                <a:latin typeface="+mn-lt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 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0" u="sng" dirty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EricssonHilda</a:t>
            </a:r>
            <a:r>
              <a:rPr lang="en-US" sz="1200" b="0" u="sng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(</a:t>
            </a:r>
            <a:r>
              <a:rPr lang="en-US" sz="1200" b="0" u="sng" dirty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ExtraBold</a:t>
            </a:r>
            <a:r>
              <a:rPr lang="en-US" sz="1200" b="0" u="sng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):</a:t>
            </a:r>
            <a:r>
              <a:rPr lang="en-US" sz="1200" b="0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!"#$%&amp;'()*+,./0123456789:;&lt;=&gt;?@ABCDEFGHIJKLMNOPQRSTUVWXYZ[\]^_`</a:t>
            </a:r>
            <a:r>
              <a:rPr lang="en-US" sz="1200" b="0" dirty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abcdefghijklmnopqrstuvwxyz</a:t>
            </a:r>
            <a:r>
              <a:rPr lang="en-US" sz="1200" b="0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{|}~¡¢£¤¥¦§¨©ª«¬®¯°±²³´¶·¸¹º»¼½ÀÁÂÃÄÅÆÇÈËÌÍÎÏÐÑÒÓÔÕÖ×ØÙÚÛÜÝÞßàáâãäåæçèéêëìíîïðñòóôõö÷øùúûüýþÿĀāĂăąĆćĊċ</a:t>
            </a:r>
            <a:r>
              <a:rPr lang="en-US" sz="1200" b="0" kern="1200" dirty="0">
                <a:solidFill>
                  <a:schemeClr val="tx1"/>
                </a:solidFill>
                <a:latin typeface="Ericsson Hilda ExtraBold" panose="00000900000000000000" pitchFamily="2" charset="0"/>
                <a:ea typeface="+mn-ea"/>
                <a:cs typeface="+mn-cs"/>
              </a:rPr>
              <a:t>Čč</a:t>
            </a:r>
            <a:r>
              <a:rPr lang="en-US" sz="1200" b="0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ĎďĐđĒĖėĘęĚěĞğĠġĢģĪīĮįİıĶķĹĺĻļĽľŁłŃńŅņŇňŌŐőŒœŔŕŖŗŘřŚśŞşŠšŢţŤťŪūŮůŰűŲųŴŵŶŷŸŹźŻżŽžƒȘșˆˇ˘˙˚˛˜˝</a:t>
            </a:r>
            <a:r>
              <a:rPr lang="en-US" sz="1200" b="0" dirty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ẀẁẃẄẅỲỳ</a:t>
            </a:r>
            <a:r>
              <a:rPr lang="en-US" sz="1200" b="0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‘’‚“”„†‡•…‰‹›⁄€™ĀĀĂĂĄĄĆĆĊĊČČĎĎĐĐĒĒĖĖĘĘĚĚĞĞĠĠĢĢĪĪĮĮİĶĶĹĹĻĻĽĽŃŃŅŅŇŇŌŌŐŐŔŔŖŖŘŘŚŚŞŞŢŢŤŤŪŪŮŮŰŰŲŲŴŴŶŶŹŹŻŻȘș−≤≥</a:t>
            </a:r>
            <a:r>
              <a:rPr lang="en-US" sz="1200" b="0" dirty="0" err="1">
                <a:solidFill>
                  <a:schemeClr val="tx1"/>
                </a:solidFill>
                <a:latin typeface="Ericsson Hilda ExtraBold" panose="00000900000000000000" pitchFamily="2" charset="0"/>
              </a:rPr>
              <a:t>ﬁﬂΆΈΉΊΌΎΏΐΑΒΓΕΖΗΘΙΚΛΜΝΞΟΠΡΣΤΥΦΧΨΪΫΆΈΉΊΰ</a:t>
            </a:r>
            <a:r>
              <a:rPr lang="en-US" sz="1200" b="0" dirty="0">
                <a:solidFill>
                  <a:schemeClr val="tx1"/>
                </a:solidFill>
                <a:latin typeface="Ericsson Hilda ExtraBold" panose="00000900000000000000" pitchFamily="2" charset="0"/>
              </a:rPr>
              <a:t>αβγδεζηθικλνξορςΣΤΥΦΧΨΩΪΫΌΎΏЁЂЃЄЅІЇЈЉЊЋЌЎЏАБВГДЕЖЗИЙКЛМНОПРСТУФХЦЧШЩЪЫЬЭЮЯАБВГДЕЖЗИЙКЛМНОПРСТУФХЦЧШЩЪЫЬЭЮЯЁЂЃЄЅІЇЈЉЊЋЌЎЏѢѢѲѲѴѴҐҐәǽẀẁẂẃẄẅỲỳ№—–-●</a:t>
            </a:r>
            <a:endParaRPr lang="en-US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endParaRPr lang="en-US" sz="1200" b="1" dirty="0">
              <a:solidFill>
                <a:schemeClr val="tx1"/>
              </a:solidFill>
              <a:latin typeface="Ericsson Technical Icons" panose="00000500000000000000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Tx/>
              <a:buFont typeface="Ericsson Hilda Light" panose="00000400000000000000" pitchFamily="2" charset="0"/>
              <a:buNone/>
              <a:tabLst/>
              <a:defRPr/>
            </a:pPr>
            <a:r>
              <a:rPr lang="en-US" sz="1200" b="1" dirty="0">
                <a:solidFill>
                  <a:schemeClr val="tx1"/>
                </a:solidFill>
                <a:latin typeface="Ericsson Technical Icons" panose="00000500000000000000" pitchFamily="2" charset="0"/>
              </a:rPr>
              <a:t>B C D F G H I L M O P R S W X b c d f g h I l m o p r s w x</a:t>
            </a:r>
            <a:endParaRPr lang="en-US" sz="1200" b="1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10470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_SM"/>
          <p:cNvSpPr>
            <a:spLocks noGrp="1" noChangeArrowheads="1"/>
          </p:cNvSpPr>
          <p:nvPr>
            <p:ph type="title"/>
          </p:nvPr>
        </p:nvSpPr>
        <p:spPr bwMode="auto">
          <a:xfrm>
            <a:off x="479424" y="476250"/>
            <a:ext cx="8353425" cy="1081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2000" tIns="36000" rIns="73152" bIns="36576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Slide title, Ericsson Hilda Light 40pt, Ericsson Black, max 2-lines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83145CE-A2DE-4236-A4F9-8AE088671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844674"/>
            <a:ext cx="11233150" cy="4392613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ADDB58AC-4EFC-E7F9-0735-7729D36BFF82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9841" y="429421"/>
            <a:ext cx="482228" cy="482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064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10" r:id="rId2"/>
    <p:sldLayoutId id="2147483707" r:id="rId3"/>
    <p:sldLayoutId id="2147483709" r:id="rId4"/>
    <p:sldLayoutId id="2147483673" r:id="rId5"/>
    <p:sldLayoutId id="2147483712" r:id="rId6"/>
    <p:sldLayoutId id="2147483706" r:id="rId7"/>
    <p:sldLayoutId id="2147483713" r:id="rId8"/>
    <p:sldLayoutId id="2147483694" r:id="rId9"/>
    <p:sldLayoutId id="2147483714" r:id="rId10"/>
    <p:sldLayoutId id="2147483675" r:id="rId11"/>
    <p:sldLayoutId id="2147483716" r:id="rId12"/>
    <p:sldLayoutId id="2147483696" r:id="rId13"/>
    <p:sldLayoutId id="2147483715" r:id="rId14"/>
    <p:sldLayoutId id="2147483678" r:id="rId15"/>
    <p:sldLayoutId id="2147483717" r:id="rId16"/>
    <p:sldLayoutId id="2147483690" r:id="rId17"/>
    <p:sldLayoutId id="2147483718" r:id="rId18"/>
    <p:sldLayoutId id="2147483681" r:id="rId19"/>
    <p:sldLayoutId id="2147483719" r:id="rId20"/>
    <p:sldLayoutId id="2147483692" r:id="rId21"/>
    <p:sldLayoutId id="2147483720" r:id="rId22"/>
    <p:sldLayoutId id="2147483705" r:id="rId23"/>
  </p:sldLayoutIdLst>
  <p:hf sldNum="0" hdr="0" ftr="0" dt="0"/>
  <p:txStyles>
    <p:titleStyle>
      <a:lvl1pPr algn="l" rtl="0" eaLnBrk="1" fontAlgn="base" hangingPunct="1">
        <a:lnSpc>
          <a:spcPct val="85000"/>
        </a:lnSpc>
        <a:spcBef>
          <a:spcPts val="300"/>
        </a:spcBef>
        <a:spcAft>
          <a:spcPct val="0"/>
        </a:spcAft>
        <a:defRPr sz="4000" kern="1400" spc="-16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Ericsson Hild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Ericsson Hilda" pitchFamily="2" charset="0"/>
        </a:defRPr>
      </a:lvl9pPr>
    </p:titleStyle>
    <p:bodyStyle>
      <a:lvl1pPr marL="265113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2pPr>
      <a:lvl3pPr marL="803275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3pPr>
      <a:lvl4pPr marL="1076325" indent="-273050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–"/>
        <a:defRPr sz="2000" kern="1000" spc="-30">
          <a:solidFill>
            <a:schemeClr val="tx1"/>
          </a:solidFill>
          <a:latin typeface="+mn-lt"/>
        </a:defRPr>
      </a:lvl4pPr>
      <a:lvl5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 kern="1000" spc="-30">
          <a:solidFill>
            <a:schemeClr val="tx1"/>
          </a:solidFill>
          <a:latin typeface="+mn-lt"/>
        </a:defRPr>
      </a:lvl5pPr>
      <a:lvl6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6pPr>
      <a:lvl7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7pPr>
      <a:lvl8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8pPr>
      <a:lvl9pPr marL="1341438" indent="-265113" algn="l" rtl="0" eaLnBrk="1" fontAlgn="base" hangingPunct="1">
        <a:spcBef>
          <a:spcPts val="800"/>
        </a:spcBef>
        <a:spcAft>
          <a:spcPct val="0"/>
        </a:spcAft>
        <a:buClrTx/>
        <a:buFont typeface="Ericsson Hilda" panose="00000500000000000000" pitchFamily="2" charset="0"/>
        <a:buChar char="●"/>
        <a:defRPr sz="2000">
          <a:solidFill>
            <a:schemeClr val="tx1"/>
          </a:solidFill>
          <a:latin typeface="+mn-lt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">
          <p15:clr>
            <a:srgbClr val="A4A3A4"/>
          </p15:clr>
        </p15:guide>
        <p15:guide id="2" pos="302">
          <p15:clr>
            <a:srgbClr val="A4A3A4"/>
          </p15:clr>
        </p15:guide>
        <p15:guide id="3" pos="1935">
          <p15:clr>
            <a:srgbClr val="A4A3A4"/>
          </p15:clr>
        </p15:guide>
        <p15:guide id="4" orient="horz" pos="981">
          <p15:clr>
            <a:srgbClr val="A4A3A4"/>
          </p15:clr>
        </p15:guide>
        <p15:guide id="6" pos="2116">
          <p15:clr>
            <a:srgbClr val="A4A3A4"/>
          </p15:clr>
        </p15:guide>
        <p15:guide id="7" pos="3931">
          <p15:clr>
            <a:srgbClr val="A4A3A4"/>
          </p15:clr>
        </p15:guide>
        <p15:guide id="9" pos="3749">
          <p15:clr>
            <a:srgbClr val="A4A3A4"/>
          </p15:clr>
        </p15:guide>
        <p15:guide id="10" pos="5564">
          <p15:clr>
            <a:srgbClr val="A4A3A4"/>
          </p15:clr>
        </p15:guide>
        <p15:guide id="12" pos="5745">
          <p15:clr>
            <a:srgbClr val="A4A3A4"/>
          </p15:clr>
        </p15:guide>
        <p15:guide id="13" pos="7378">
          <p15:clr>
            <a:srgbClr val="A4A3A4"/>
          </p15:clr>
        </p15:guide>
        <p15:guide id="16" orient="horz" pos="2478">
          <p15:clr>
            <a:srgbClr val="A4A3A4"/>
          </p15:clr>
        </p15:guide>
        <p15:guide id="17" orient="horz" pos="2614">
          <p15:clr>
            <a:srgbClr val="A4A3A4"/>
          </p15:clr>
        </p15:guide>
        <p15:guide id="18" orient="horz" pos="3929">
          <p15:clr>
            <a:srgbClr val="A4A3A4"/>
          </p15:clr>
        </p15:guide>
        <p15:guide id="19" orient="horz" pos="4110">
          <p15:clr>
            <a:srgbClr val="A4A3A4"/>
          </p15:clr>
        </p15:guide>
        <p15:guide id="20" orient="horz" pos="1162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5" Type="http://schemas.openxmlformats.org/officeDocument/2006/relationships/hyperlink" Target="https://datatracker.ietf.org/doc/draft-ietf-tsvwg-sctp-dtls-chunk/" TargetMode="Externa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0.xml"/><Relationship Id="rId6" Type="http://schemas.openxmlformats.org/officeDocument/2006/relationships/hyperlink" Target="https://datatracker.ietf.org/ipr/6219/" TargetMode="External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draft-porfiri-tsvwg-sctp-dtls-handshake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customXml" Target="../../customXml/item13.xml"/><Relationship Id="rId1" Type="http://schemas.openxmlformats.org/officeDocument/2006/relationships/customXml" Target="../../customXml/item12.xml"/><Relationship Id="rId4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customXml" Target="../../customXml/item15.xml"/><Relationship Id="rId1" Type="http://schemas.openxmlformats.org/officeDocument/2006/relationships/customXml" Target="../../customXml/item14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D5CE7D-CCF0-44B0-843A-8D46859C44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SCTP DTLS Chunk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A927E07-3624-45B8-934B-C229726CA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/>
          <a:lstStyle/>
          <a:p>
            <a:r>
              <a:rPr lang="en-SE" dirty="0">
                <a:hlinkClick r:id="rId5"/>
              </a:rPr>
              <a:t>draft-ietf-tsvwg-sctp-dtls-chunk-04 </a:t>
            </a:r>
            <a:endParaRPr lang="en-SE" dirty="0"/>
          </a:p>
          <a:p>
            <a:endParaRPr lang="en-SE" dirty="0"/>
          </a:p>
          <a:p>
            <a:r>
              <a:rPr lang="en-SE" dirty="0"/>
              <a:t>Magnus Westerlund</a:t>
            </a:r>
          </a:p>
          <a:p>
            <a:r>
              <a:rPr lang="en-SE" dirty="0"/>
              <a:t>John Preuß Mattsson</a:t>
            </a:r>
          </a:p>
          <a:p>
            <a:r>
              <a:rPr lang="en-SE" dirty="0"/>
              <a:t>Claudio Porfiri</a:t>
            </a:r>
          </a:p>
          <a:p>
            <a:r>
              <a:rPr lang="en-SE" dirty="0"/>
              <a:t>Michael Tüxen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8DE8B4-7BAB-4C18-A0E5-01D3A11D374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7EB691-17C6-4220-AA5E-2F3518AF8C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29600" y="6264000"/>
            <a:ext cx="2515041" cy="262800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BF70DC3-66C9-451C-917E-BA44956D1DB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0811951" y="6264000"/>
            <a:ext cx="897503" cy="262800"/>
          </a:xfrm>
          <a:ln>
            <a:noFill/>
          </a:ln>
        </p:spPr>
        <p:txBody>
          <a:bodyPr/>
          <a:lstStyle/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23074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B0A1D-8369-1F32-91B8-AD5040D1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C532125-D18A-0889-88DA-C3E2B2514C5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68" y="1844675"/>
            <a:ext cx="4170627" cy="439261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3AAB2F-D478-E837-ACB0-D912DA518E4B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DTLS Chunk</a:t>
            </a:r>
          </a:p>
          <a:p>
            <a:pPr lvl="1"/>
            <a:r>
              <a:rPr lang="en-US" dirty="0"/>
              <a:t>SCTP Chunk</a:t>
            </a:r>
          </a:p>
          <a:p>
            <a:pPr lvl="1"/>
            <a:r>
              <a:rPr lang="en-US" dirty="0"/>
              <a:t>Encrypted and Integrity protected encapsulation of all other SCTP Chunks</a:t>
            </a:r>
          </a:p>
          <a:p>
            <a:pPr lvl="1"/>
            <a:r>
              <a:rPr lang="en-US" dirty="0"/>
              <a:t>Uses DTLS 1.3 record format as is</a:t>
            </a:r>
          </a:p>
          <a:p>
            <a:pPr lvl="1"/>
            <a:r>
              <a:rPr lang="en-US" dirty="0"/>
              <a:t>API to set Keys and Cipher Algorithm</a:t>
            </a:r>
          </a:p>
          <a:p>
            <a:r>
              <a:rPr lang="en-US" dirty="0"/>
              <a:t>Negotiate DTLS Key-Management Method</a:t>
            </a:r>
          </a:p>
          <a:p>
            <a:pPr lvl="1"/>
            <a:r>
              <a:rPr lang="en-US" dirty="0"/>
              <a:t>Uses Clear text SCTP Parameter in INIT/INIT-ACK</a:t>
            </a:r>
          </a:p>
          <a:p>
            <a:pPr lvl="1"/>
            <a:r>
              <a:rPr lang="en-US" dirty="0"/>
              <a:t>Downgrade attack through input to Key-Derivation Process</a:t>
            </a:r>
          </a:p>
          <a:p>
            <a:r>
              <a:rPr lang="en-US" dirty="0"/>
              <a:t>One IPR Declaration: </a:t>
            </a:r>
            <a:r>
              <a:rPr lang="en-US" dirty="0">
                <a:hlinkClick r:id="rId6"/>
              </a:rPr>
              <a:t>https://datatracker.ietf.org/ipr/6219/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3709959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478398F-133E-B1B3-0FE7-77121143B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5966" y="3918434"/>
            <a:ext cx="2036795" cy="2909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653488-02BE-D14E-3FBF-371B0848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DTLS Chunk (Updated)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DB2E9-A5D0-60E8-6F31-EC95BA9C0AA3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r>
              <a:rPr lang="en-US" dirty="0"/>
              <a:t>Standard Chunk Header</a:t>
            </a:r>
          </a:p>
          <a:p>
            <a:pPr lvl="1"/>
            <a:r>
              <a:rPr lang="en-US" dirty="0"/>
              <a:t>R: Indicate Restart Security Context used to protect this Packet</a:t>
            </a:r>
          </a:p>
          <a:p>
            <a:pPr lvl="1"/>
            <a:r>
              <a:rPr lang="en-US" dirty="0"/>
              <a:t>Removed Pre padding indicator</a:t>
            </a:r>
          </a:p>
          <a:p>
            <a:r>
              <a:rPr lang="en-US" dirty="0"/>
              <a:t>Payload is DTLS 1.3 Record layer per RFC 9147</a:t>
            </a:r>
          </a:p>
          <a:p>
            <a:r>
              <a:rPr lang="en-US" dirty="0"/>
              <a:t>DTLS 1.3 Header Usage become Fixed</a:t>
            </a:r>
          </a:p>
          <a:p>
            <a:pPr lvl="1"/>
            <a:r>
              <a:rPr lang="en-US" dirty="0"/>
              <a:t>E E: Epoch indicate key context (2 LSBs)</a:t>
            </a:r>
          </a:p>
          <a:p>
            <a:pPr lvl="1"/>
            <a:r>
              <a:rPr lang="en-US" dirty="0"/>
              <a:t>Don’t use Connection ID</a:t>
            </a:r>
          </a:p>
          <a:p>
            <a:pPr lvl="1"/>
            <a:r>
              <a:rPr lang="en-US" dirty="0"/>
              <a:t>Sequence Number: 16-bit mandated</a:t>
            </a:r>
          </a:p>
          <a:p>
            <a:pPr lvl="1"/>
            <a:r>
              <a:rPr lang="en-US" dirty="0"/>
              <a:t>No Length field</a:t>
            </a:r>
          </a:p>
          <a:p>
            <a:r>
              <a:rPr lang="en-US" dirty="0"/>
              <a:t>1 byte Pre-Padding always used</a:t>
            </a:r>
          </a:p>
          <a:p>
            <a:pPr marL="265113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14" name="Picture 13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EB4AA727-F319-AD36-D767-418890489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8" y="3918434"/>
            <a:ext cx="4214348" cy="24633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C50B43-2B24-B355-46E7-2D54911CA1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49" y="1424128"/>
            <a:ext cx="5934551" cy="2559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26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4E2A-CD41-AB2A-F361-625CA596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4A80B3-1CF1-518A-C35B-B27359B70B41}"/>
              </a:ext>
            </a:extLst>
          </p:cNvPr>
          <p:cNvSpPr>
            <a:spLocks noGrp="1"/>
          </p:cNvSpPr>
          <p:nvPr>
            <p:ph sz="quarter" idx="3"/>
          </p:nvPr>
        </p:nvSpPr>
        <p:spPr/>
        <p:txBody>
          <a:bodyPr/>
          <a:lstStyle/>
          <a:p>
            <a:r>
              <a:rPr lang="en-US" dirty="0"/>
              <a:t>Clarified Mandatory to Implement Ciphers that unless something else specifies it </a:t>
            </a:r>
            <a:r>
              <a:rPr lang="en-US"/>
              <a:t>one MUST/SHOULD </a:t>
            </a:r>
            <a:r>
              <a:rPr lang="en-US" dirty="0"/>
              <a:t>implement:</a:t>
            </a:r>
          </a:p>
          <a:p>
            <a:pPr lvl="1"/>
            <a:r>
              <a:rPr lang="en-SE" dirty="0"/>
              <a:t>TLS_AES_128_GCM_SHA256</a:t>
            </a:r>
          </a:p>
          <a:p>
            <a:pPr lvl="1"/>
            <a:r>
              <a:rPr lang="en-SE" dirty="0"/>
              <a:t>TLS_AES_256_GCM_SHA384</a:t>
            </a:r>
          </a:p>
          <a:p>
            <a:pPr lvl="1"/>
            <a:r>
              <a:rPr lang="en-SE" dirty="0"/>
              <a:t>TLS_CHACHA20_POLY1305_SHA256</a:t>
            </a:r>
          </a:p>
          <a:p>
            <a:r>
              <a:rPr lang="en-US" dirty="0"/>
              <a:t>Clarified error indication in the establishment procedure</a:t>
            </a:r>
          </a:p>
          <a:p>
            <a:r>
              <a:rPr lang="en-US" dirty="0"/>
              <a:t>API Updates to match changes and to fix implementation experience</a:t>
            </a:r>
          </a:p>
          <a:p>
            <a:r>
              <a:rPr lang="en-US" dirty="0"/>
              <a:t>Lots of editorial improvements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DA47E8-EBD1-F2FA-9AAE-B2DF174F7608}"/>
              </a:ext>
            </a:extLst>
          </p:cNvPr>
          <p:cNvSpPr txBox="1"/>
          <p:nvPr/>
        </p:nvSpPr>
        <p:spPr>
          <a:xfrm>
            <a:off x="479425" y="4205044"/>
            <a:ext cx="5307917" cy="2032243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L="342900" lvl="1" indent="-342900" algn="l" rtl="0" fontAlgn="base">
              <a:spcBef>
                <a:spcPts val="8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sz="20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DFC4256-2ECB-FFED-7B57-8A4E40F96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425" y="3878365"/>
            <a:ext cx="5472113" cy="235892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Added support for simultaneous open of SCTP Association</a:t>
            </a:r>
          </a:p>
          <a:p>
            <a:pPr marL="608013" lvl="4" indent="-342900">
              <a:buFont typeface="Arial" panose="020B0604020202020204" pitchFamily="34" charset="0"/>
              <a:buChar char="•"/>
            </a:pPr>
            <a:r>
              <a:rPr lang="en-US" dirty="0"/>
              <a:t>Indicate Supported Role</a:t>
            </a:r>
          </a:p>
          <a:p>
            <a:pPr marL="608013" lvl="4" indent="-342900">
              <a:buFont typeface="Arial" panose="020B0604020202020204" pitchFamily="34" charset="0"/>
              <a:buChar char="•"/>
            </a:pPr>
            <a:r>
              <a:rPr lang="en-US" dirty="0"/>
              <a:t>Tiebreaker to determine if both indicate both roles</a:t>
            </a:r>
          </a:p>
          <a:p>
            <a:pPr marL="608013" lvl="4" indent="-342900">
              <a:buFont typeface="Arial" panose="020B0604020202020204" pitchFamily="34" charset="0"/>
              <a:buChar char="•"/>
            </a:pPr>
            <a:r>
              <a:rPr lang="en-US" dirty="0"/>
              <a:t>Two new Error Cause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Updated size of DTLS Key management ID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65B5C8C-DC70-0391-1BFA-588F7C40A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25" y="1427546"/>
            <a:ext cx="5681803" cy="245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19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86059CB-0938-6DE5-777D-0C8BDEED76D9}"/>
              </a:ext>
            </a:extLst>
          </p:cNvPr>
          <p:cNvSpPr/>
          <p:nvPr/>
        </p:nvSpPr>
        <p:spPr>
          <a:xfrm>
            <a:off x="2654392" y="2928712"/>
            <a:ext cx="2226832" cy="108169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800"/>
              </a:spcBef>
            </a:pPr>
            <a:r>
              <a:rPr lang="en-US" dirty="0"/>
              <a:t>KM Method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84A3F-58F1-A256-83EA-743903115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0C9FF5-1894-156C-43F6-643A7F7A1C7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9425" y="1844675"/>
            <a:ext cx="11233150" cy="782778"/>
          </a:xfrm>
        </p:spPr>
        <p:txBody>
          <a:bodyPr/>
          <a:lstStyle/>
          <a:p>
            <a:r>
              <a:rPr lang="en-US" dirty="0"/>
              <a:t>Interoperability achieved between Redhat’s Linux SCTP Implementation and Ericsson’s user space stack using the key-management method of </a:t>
            </a:r>
            <a:r>
              <a:rPr lang="en-SE" dirty="0">
                <a:hlinkClick r:id="rId2"/>
              </a:rPr>
              <a:t>draft-porfiri-tsvwg-sctp-dtls-handshake-01</a:t>
            </a:r>
            <a:r>
              <a:rPr lang="en-US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20695F-6167-1262-6642-25DA132DE3A5}"/>
              </a:ext>
            </a:extLst>
          </p:cNvPr>
          <p:cNvSpPr/>
          <p:nvPr/>
        </p:nvSpPr>
        <p:spPr>
          <a:xfrm>
            <a:off x="7510608" y="5214442"/>
            <a:ext cx="3958815" cy="1167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>
              <a:spcBef>
                <a:spcPts val="800"/>
              </a:spcBef>
            </a:pPr>
            <a:r>
              <a:rPr lang="en-US" dirty="0"/>
              <a:t>Fedora Linux Kernel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97D6A3-2A1B-B7B5-18F3-AAE6753DE9A0}"/>
              </a:ext>
            </a:extLst>
          </p:cNvPr>
          <p:cNvSpPr/>
          <p:nvPr/>
        </p:nvSpPr>
        <p:spPr>
          <a:xfrm>
            <a:off x="7736519" y="5386564"/>
            <a:ext cx="3571539" cy="51109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Linux SCTP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02CA28-A970-9BB6-1439-5404CEEE2A76}"/>
              </a:ext>
            </a:extLst>
          </p:cNvPr>
          <p:cNvSpPr/>
          <p:nvPr/>
        </p:nvSpPr>
        <p:spPr>
          <a:xfrm>
            <a:off x="928721" y="5214442"/>
            <a:ext cx="3958815" cy="11673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r">
              <a:spcBef>
                <a:spcPts val="800"/>
              </a:spcBef>
            </a:pPr>
            <a:r>
              <a:rPr lang="en-US" dirty="0"/>
              <a:t>Ubuntu Linux Kernel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CF902B9-5E69-31D7-25EC-752D13E3EFDD}"/>
              </a:ext>
            </a:extLst>
          </p:cNvPr>
          <p:cNvSpPr/>
          <p:nvPr/>
        </p:nvSpPr>
        <p:spPr>
          <a:xfrm>
            <a:off x="928720" y="4010402"/>
            <a:ext cx="3952503" cy="68883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ts val="800"/>
              </a:spcBef>
            </a:pPr>
            <a:r>
              <a:rPr lang="en-US" dirty="0"/>
              <a:t>Ericsson SCTP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7F953D-E0FC-FBDA-737C-61CEA30CA4DB}"/>
              </a:ext>
            </a:extLst>
          </p:cNvPr>
          <p:cNvSpPr/>
          <p:nvPr/>
        </p:nvSpPr>
        <p:spPr>
          <a:xfrm>
            <a:off x="7510608" y="3563039"/>
            <a:ext cx="1731982" cy="11673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Test APP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7434ACE-2B30-7758-3426-90110AA28D16}"/>
              </a:ext>
            </a:extLst>
          </p:cNvPr>
          <p:cNvSpPr/>
          <p:nvPr/>
        </p:nvSpPr>
        <p:spPr>
          <a:xfrm>
            <a:off x="9242590" y="3563039"/>
            <a:ext cx="2226832" cy="11673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Bef>
                <a:spcPts val="800"/>
              </a:spcBef>
            </a:pPr>
            <a:r>
              <a:rPr lang="en-US" dirty="0"/>
              <a:t>KM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8E274-EB18-9086-75DE-0848F4DFBF52}"/>
              </a:ext>
            </a:extLst>
          </p:cNvPr>
          <p:cNvSpPr/>
          <p:nvPr/>
        </p:nvSpPr>
        <p:spPr>
          <a:xfrm>
            <a:off x="9640622" y="3998827"/>
            <a:ext cx="1667435" cy="5673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OpenSSL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B73D9D-4BB9-8289-ECB8-F5DD33C688C8}"/>
              </a:ext>
            </a:extLst>
          </p:cNvPr>
          <p:cNvCxnSpPr>
            <a:cxnSpLocks/>
            <a:stCxn id="6" idx="0"/>
          </p:cNvCxnSpPr>
          <p:nvPr/>
        </p:nvCxnSpPr>
        <p:spPr bwMode="auto">
          <a:xfrm flipV="1">
            <a:off x="9490016" y="4730347"/>
            <a:ext cx="0" cy="484095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5F5E3B6-5C68-5F61-ECAD-EAF05BEF9815}"/>
              </a:ext>
            </a:extLst>
          </p:cNvPr>
          <p:cNvSpPr txBox="1"/>
          <p:nvPr/>
        </p:nvSpPr>
        <p:spPr>
          <a:xfrm>
            <a:off x="9722735" y="4824851"/>
            <a:ext cx="1435260" cy="34128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Socket API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930CD9-3844-1125-E19F-8082424A294D}"/>
              </a:ext>
            </a:extLst>
          </p:cNvPr>
          <p:cNvCxnSpPr>
            <a:cxnSpLocks/>
          </p:cNvCxnSpPr>
          <p:nvPr/>
        </p:nvCxnSpPr>
        <p:spPr bwMode="auto">
          <a:xfrm flipV="1">
            <a:off x="2952249" y="4738943"/>
            <a:ext cx="0" cy="484094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4A11324-0020-D7C3-051E-64471B9C5F6F}"/>
              </a:ext>
            </a:extLst>
          </p:cNvPr>
          <p:cNvSpPr txBox="1"/>
          <p:nvPr/>
        </p:nvSpPr>
        <p:spPr>
          <a:xfrm>
            <a:off x="3078539" y="4783430"/>
            <a:ext cx="1435260" cy="341284"/>
          </a:xfrm>
          <a:prstGeom prst="rect">
            <a:avLst/>
          </a:prstGeom>
        </p:spPr>
        <p:txBody>
          <a:bodyPr vert="horz" wrap="squar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sz="2000" b="0" i="0" u="none" strike="noStrike" kern="1000" cap="none" spc="-3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Raw Socket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B8C0C-3ECB-1EC9-1916-6A4873A83BAD}"/>
              </a:ext>
            </a:extLst>
          </p:cNvPr>
          <p:cNvSpPr/>
          <p:nvPr/>
        </p:nvSpPr>
        <p:spPr>
          <a:xfrm>
            <a:off x="928720" y="2928712"/>
            <a:ext cx="1725672" cy="10845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Test APP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C3E9BB-C227-E96B-3FEB-9ABF5D4273B9}"/>
              </a:ext>
            </a:extLst>
          </p:cNvPr>
          <p:cNvSpPr/>
          <p:nvPr/>
        </p:nvSpPr>
        <p:spPr>
          <a:xfrm>
            <a:off x="3387850" y="4080738"/>
            <a:ext cx="1180290" cy="4854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WolfSSL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4B2021-F91A-99ED-75B0-508368A658F3}"/>
              </a:ext>
            </a:extLst>
          </p:cNvPr>
          <p:cNvSpPr/>
          <p:nvPr/>
        </p:nvSpPr>
        <p:spPr>
          <a:xfrm>
            <a:off x="3387851" y="3364867"/>
            <a:ext cx="1180290" cy="477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lang="en-US" dirty="0"/>
              <a:t>WolfSSL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50D9F9A4-E360-1DEE-CC52-455C8E3B0DF9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 bwMode="auto">
          <a:xfrm rot="16200000" flipH="1">
            <a:off x="6199072" y="3090806"/>
            <a:ext cx="12700" cy="6581887"/>
          </a:xfrm>
          <a:prstGeom prst="bentConnector3">
            <a:avLst>
              <a:gd name="adj1" fmla="val 1800000"/>
            </a:avLst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D07DC36-2136-521A-C5A7-4E3964B6C76C}"/>
              </a:ext>
            </a:extLst>
          </p:cNvPr>
          <p:cNvSpPr txBox="1"/>
          <p:nvPr/>
        </p:nvSpPr>
        <p:spPr>
          <a:xfrm>
            <a:off x="15486927" y="6238754"/>
            <a:ext cx="0" cy="0"/>
          </a:xfrm>
          <a:prstGeom prst="rect">
            <a:avLst/>
          </a:prstGeom>
        </p:spPr>
        <p:txBody>
          <a:bodyPr vert="horz" wrap="none" lIns="72000" tIns="36000" rIns="72000" bIns="36000" rtlCol="0" anchor="t">
            <a:noAutofit/>
          </a:bodyPr>
          <a:lstStyle/>
          <a:p>
            <a:pPr marR="0" algn="l" defTabSz="9144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tabLst/>
            </a:pPr>
            <a:endParaRPr kumimoji="0" lang="en-US" sz="2000" b="0" i="0" u="none" strike="noStrike" kern="1000" cap="none" spc="-3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401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6D82EC-811D-454E-9DFF-2EEC63AD50B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What has been tested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CFE1E9-2446-4327-A152-D121E1DA7E8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ln>
            <a:noFill/>
          </a:ln>
        </p:spPr>
        <p:txBody>
          <a:bodyPr/>
          <a:lstStyle/>
          <a:p>
            <a:r>
              <a:rPr lang="en-US" dirty="0"/>
              <a:t>Pre-shared Key has been used for validating the DTLS 1.3 implementation in Linux Kernel SCTP versus the WolfSSL implementation</a:t>
            </a:r>
          </a:p>
          <a:p>
            <a:r>
              <a:rPr lang="en-US" dirty="0"/>
              <a:t>Implementation of the TLS 1.3 based Key Management of draft-porfiri-sctp-dtls-handshake to validate its specification</a:t>
            </a:r>
          </a:p>
          <a:p>
            <a:r>
              <a:rPr lang="en-US" dirty="0"/>
              <a:t>Simple traffic cases for PSK and TLS 1.3 Key Management</a:t>
            </a:r>
          </a:p>
          <a:p>
            <a:r>
              <a:rPr lang="en-US" dirty="0"/>
              <a:t>Single and multiple rekeying for TLS 1.3 KM</a:t>
            </a:r>
          </a:p>
          <a:p>
            <a:r>
              <a:rPr lang="en-US" dirty="0"/>
              <a:t>Association Restart for TLS 1.3 KM</a:t>
            </a:r>
          </a:p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604203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36F9B-0102-026E-C2CA-976ADA35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535F1-01E7-D3B7-FF34-E094F215875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The Design Team considers DTLS Chunk specification to be stable when it comes to format and functionality</a:t>
            </a:r>
          </a:p>
          <a:p>
            <a:pPr lvl="1"/>
            <a:r>
              <a:rPr lang="en-US" dirty="0"/>
              <a:t>Two independent implementations</a:t>
            </a:r>
          </a:p>
          <a:p>
            <a:pPr lvl="1"/>
            <a:r>
              <a:rPr lang="en-US" dirty="0"/>
              <a:t>Interoperability tests has shown that specification works</a:t>
            </a:r>
          </a:p>
          <a:p>
            <a:r>
              <a:rPr lang="en-US" dirty="0"/>
              <a:t>Specification text has improved significantly</a:t>
            </a:r>
          </a:p>
          <a:p>
            <a:pPr marL="265113" lvl="1" indent="0">
              <a:buNone/>
            </a:pPr>
            <a:endParaRPr lang="en-US" dirty="0"/>
          </a:p>
          <a:p>
            <a:r>
              <a:rPr lang="en-US" dirty="0"/>
              <a:t>The Design Team requests reviews of the DTLS Chunk</a:t>
            </a:r>
          </a:p>
          <a:p>
            <a:pPr lvl="1"/>
            <a:r>
              <a:rPr lang="en-US" dirty="0"/>
              <a:t>Consider to send LS to 3GPP on progress and request reviews</a:t>
            </a:r>
          </a:p>
          <a:p>
            <a:pPr marL="265113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617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CC43D-F545-4DCB-8B43-E8EAFF8E4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Issue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E951D-D3C4-01B3-8CA5-D6CC1E7B8472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Do the specification need both the abstract API and the Socket API?</a:t>
            </a:r>
          </a:p>
          <a:p>
            <a:pPr lvl="1"/>
            <a:r>
              <a:rPr lang="en-US" dirty="0"/>
              <a:t>They are different and shows that there are multiple implementations possible</a:t>
            </a:r>
          </a:p>
          <a:p>
            <a:pPr lvl="1"/>
            <a:r>
              <a:rPr lang="en-US" dirty="0"/>
              <a:t>It is a lot of text</a:t>
            </a:r>
          </a:p>
        </p:txBody>
      </p:sp>
    </p:spTree>
    <p:extLst>
      <p:ext uri="{BB962C8B-B14F-4D97-AF65-F5344CB8AC3E}">
        <p14:creationId xmlns:p14="http://schemas.microsoft.com/office/powerpoint/2010/main" val="161554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6FF69E04-8523-4965-90ED-73D4F9BAE2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383928708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Template2025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 Light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spcBef>
            <a:spcPts val="800"/>
          </a:spcBef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/>
      <a:bodyPr vert="horz" wrap="square" lIns="72000" tIns="36000" rIns="72000" bIns="36000" rtlCol="0" anchor="t">
        <a:noAutofit/>
      </a:bodyPr>
      <a:lstStyle>
        <a:defPPr marR="0" algn="l" defTabSz="914400" rtl="0" eaLnBrk="1" fontAlgn="base" latinLnBrk="0" hangingPunct="1">
          <a:lnSpc>
            <a:spcPct val="100000"/>
          </a:lnSpc>
          <a:spcBef>
            <a:spcPts val="800"/>
          </a:spcBef>
          <a:spcAft>
            <a:spcPct val="0"/>
          </a:spcAft>
          <a:buClrTx/>
          <a:buSzTx/>
          <a:tabLst/>
          <a:defRPr kumimoji="0" sz="2000" b="0" i="0" u="none" strike="noStrike" kern="1000" cap="none" spc="-30" normalizeH="0" baseline="0" noProof="0" dirty="0" err="1">
            <a:ln>
              <a:noFill/>
            </a:ln>
            <a:solidFill>
              <a:schemeClr val="tx1"/>
            </a:solidFill>
            <a:effectLst/>
            <a:uLnTx/>
            <a:uFillTx/>
            <a:latin typeface="+mn-lt"/>
            <a:ea typeface="+mn-ea"/>
            <a:cs typeface="+mn-cs"/>
          </a:defRPr>
        </a:defPPr>
      </a:lstStyle>
    </a:txDef>
  </a:objectDefaults>
  <a:extraClrSchemeLst>
    <a:extraClrScheme>
      <a:clrScheme name="Landscape2009 1">
        <a:dk1>
          <a:srgbClr val="58585A"/>
        </a:dk1>
        <a:lt1>
          <a:srgbClr val="FFFFFF"/>
        </a:lt1>
        <a:dk2>
          <a:srgbClr val="00285E"/>
        </a:dk2>
        <a:lt2>
          <a:srgbClr val="B1B3B4"/>
        </a:lt2>
        <a:accent1>
          <a:srgbClr val="89BA17"/>
        </a:accent1>
        <a:accent2>
          <a:srgbClr val="F08A00"/>
        </a:accent2>
        <a:accent3>
          <a:srgbClr val="FFFFFF"/>
        </a:accent3>
        <a:accent4>
          <a:srgbClr val="4A4A4C"/>
        </a:accent4>
        <a:accent5>
          <a:srgbClr val="C4D9AB"/>
        </a:accent5>
        <a:accent6>
          <a:srgbClr val="D97D00"/>
        </a:accent6>
        <a:hlink>
          <a:srgbClr val="00A9D4"/>
        </a:hlink>
        <a:folHlink>
          <a:srgbClr val="00625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PresentationTemplate2017.potx" id="{775AD81A-0AF6-45CB-889B-779F764C8091}" vid="{622262D2-9439-4A46-819E-379D679C1385}"/>
    </a:ext>
  </a:extLst>
</a:theme>
</file>

<file path=ppt/theme/theme2.xml><?xml version="1.0" encoding="utf-8"?>
<a:theme xmlns:a="http://schemas.openxmlformats.org/drawingml/2006/main" name="Office Theme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ricsson">
      <a:dk1>
        <a:srgbClr val="181818"/>
      </a:dk1>
      <a:lt1>
        <a:srgbClr val="FFFFFF"/>
      </a:lt1>
      <a:dk2>
        <a:srgbClr val="181818"/>
      </a:dk2>
      <a:lt2>
        <a:srgbClr val="E0E0E0"/>
      </a:lt2>
      <a:accent1>
        <a:srgbClr val="1174E6"/>
      </a:accent1>
      <a:accent2>
        <a:srgbClr val="23969A"/>
      </a:accent2>
      <a:accent3>
        <a:srgbClr val="976CF4"/>
      </a:accent3>
      <a:accent4>
        <a:srgbClr val="FAD22D"/>
      </a:accent4>
      <a:accent5>
        <a:srgbClr val="E66E19"/>
      </a:accent5>
      <a:accent6>
        <a:srgbClr val="E65D6A"/>
      </a:accent6>
      <a:hlink>
        <a:srgbClr val="0082F0"/>
      </a:hlink>
      <a:folHlink>
        <a:srgbClr val="040969"/>
      </a:folHlink>
    </a:clrScheme>
    <a:fontScheme name="Ericsson">
      <a:majorFont>
        <a:latin typeface="Ericsson Hilda"/>
        <a:ea typeface=""/>
        <a:cs typeface=""/>
      </a:majorFont>
      <a:minorFont>
        <a:latin typeface="Ericsson Hild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blue ">
      <a:srgbClr val="000082"/>
    </a:custClr>
    <a:custClr name="Blue">
      <a:srgbClr val="1174E6"/>
    </a:custClr>
    <a:custClr name="Light blue">
      <a:srgbClr val="D6E2F5"/>
    </a:custClr>
    <a:custClr name="Dark purple">
      <a:srgbClr val="2D2049"/>
    </a:custClr>
    <a:custClr name="Purple">
      <a:srgbClr val="976CF4"/>
    </a:custClr>
    <a:custClr name="Light purple">
      <a:srgbClr val="E0D3FC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Dark teal">
      <a:srgbClr val="0B2D2E"/>
    </a:custClr>
    <a:custClr name="Teal">
      <a:srgbClr val="23969A"/>
    </a:custClr>
    <a:custClr name="Light teal">
      <a:srgbClr val="BDE0E1"/>
    </a:custClr>
    <a:custClr name="Dark coral">
      <a:srgbClr val="3C2121"/>
    </a:custClr>
    <a:custClr name="Coral">
      <a:srgbClr val="E65D6A"/>
    </a:custClr>
    <a:custClr name="Light coral">
      <a:srgbClr val="EFD4D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C52A32"/>
    </a:custClr>
    <a:custClr name="Orange">
      <a:srgbClr val="E66E19"/>
    </a:custClr>
    <a:custClr name="Yellow">
      <a:srgbClr val="FAD22D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Black">
      <a:srgbClr val="000000"/>
    </a:custClr>
    <a:custClr name="Grey 1">
      <a:srgbClr val="242424"/>
    </a:custClr>
    <a:custClr name="Grey 2">
      <a:srgbClr val="767676"/>
    </a:custClr>
    <a:custClr name="Grey 3">
      <a:srgbClr val="A0A0A0"/>
    </a:custClr>
    <a:custClr name="Grey 4">
      <a:srgbClr val="E0E0E0"/>
    </a:custClr>
    <a:custClr name="Grey 5">
      <a:srgbClr val="F2F2F2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item1.xml><?xml version="1.0" encoding="utf-8"?>
<TemplafySlideTemplateConfiguration><![CDATA[{"elementsMetadata":[],"documentContentValidatorConfiguration":{"enableDocumentContentValidator":false,"documentContentValidatorVersion":0},"slideId":"637027476704980324","enableDocumentContentUpdater":true,"version":"1.9"}]]></TemplafySlideTemplateConfiguration>
</file>

<file path=customXml/item2.xml><?xml version="1.0" encoding="utf-8"?>
<TemplafyFormConfiguration><![CDATA[{"formFields":[{"required":true,"placeholder":"","lines":0,"helpTexts":{"prefix":"","postfix":""},"spacing":{},"type":"textBox","name":"DocumentTitle","label":"Document Title","fullyQualifiedName":"DocumentTitle"},{"dataSource":"Confidentiality","displayColumn":"confidentiality","hideIfNoUserInteractionRequired":false,"distinct":true,"required":true,"autoSelectFirstOption":false,"helpTexts":{"prefix":"","postfix":""},"spacing":{},"type":"dropDown","name":"ConfidentialityClass","label":"Confidentiality Class","fullyQualifiedName":"ConfidentialityClass"},{"dataSource":"External Confidentiality label","displayColumn":"externalConfidentiality","hideIfNoUserInteractionRequired":false,"distinct":true,"required":false,"autoSelectFirstOption":false,"helpTexts":{"prefix":"","postfix":"(If no external confidentiality class then please choose the blank value)"},"spacing":{},"type":"dropDown","name":"ExternalConfidentialityLabel","label":"External Confidentiality label","fullyQualifiedName":"ExternalConfidentialityLabel"},{"column":"documentType","required":false,"placeholder":"","autoSelectFirstOption":false,"helpTexts":{"prefix":"","postfix":""},"spacing":{},"dataSource":"PowerPoint Document Type","type":"comboBox","name":"DocTypePresentation","label":"Document Type","fullyQualifiedName":"DocTypePresentation"},{"required":false,"placeholder":"","lines":0,"helpTexts":{"prefix":"","postfix":"(Commonly assigned by EriDoc)"},"spacing":{},"type":"textBox","name":"DocumentNumber","label":"Document Number","fullyQualifiedName":"DocumentNumber"},{"dataSource":"Language code","displayColumn":"showName","defaultValue":"1","hideIfNoUserInteractionRequired":false,"distinct":true,"required":false,"autoSelectFirstOption":false,"helpTexts":{"prefix":"","postfix":"(The language code will be appended to the Document No.)"},"spacing":{},"type":"dropDown","name":"LanguageCode","label":"Language Code","fullyQualifiedName":"LanguageCode"},{"column":"revision","required":false,"placeholder":"","autoSelectFirstOption":false,"helpTexts":{"prefix":"","postfix":""},"spacing":{},"dataSource":"Revision","type":"comboBox","name":"Revision","label":"Revision","fullyQualifiedName":"Revision"},{"required":false,"helpTexts":{"prefix":"","postfix":""},"spacing":{},"type":"datePicker","name":"Date","label":"Date","fullyQualifiedName":"Date"},{"helpTexts":{"prefix":"","postfix":""},"spacing":{},"type":"heading","name":"FooterVisibilityOptions","label":"Footer Visibility Options","fullyQualifiedName":"FooterVisibilityOptions"},{"dataSource":"PPT FooterVisibility","displayColumn":"templateType","defaultValue":"1","hideIfNoUserInteractionRequired":false,"distinct":true,"required":true,"autoSelectFirstOption":false,"helpTexts":{"prefix":"","postfix":""},"spacing":{},"type":"dropDown","name":"TemplateType","label":"Is this a document or presentation?","fullyQualifiedName":"TemplateType"},{"dataSource":"PPT FooterVisibility","displayColumn":"docTitle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Title","label":"Show document title in footer?","fullyQualifiedName":"DocTitle"},{"dataSource":"PPT FooterVisibility","displayColumn":"totalPageNo_text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TotalPageNo","label":"Page numbering","fullyQualifiedName":"TotalPageNo"},{"dataSource":"PPT FooterVisibility","displayColumn":"showDocNo_label","filter":{"column":"templateType","otherFieldName":"TemplateType","fullyQualifiedOtherFieldName":"TemplateType","otherFieldColumn":"TemplateType","formReference":"none","operator":"equals"},"hideIfNoUserInteractionRequired":false,"distinct":true,"required":false,"autoSelectFirstOption":true,"helpTexts":{"prefix":"","postfix":""},"spacing":{},"type":"dropDown","name":"DocNo","label":"Show document number in footer?","fullyQualifiedName":"DocNo"},{"required":false,"placeholder":"","lines":0,"defaultValue":"{{UserProfile.Prepared}}","helpTexts":{"prefix":"","postfix":""},"spacing":{},"type":"textBox","name":"Prepared","label":"Prepared By (Subject Responsible)","fullyQualifiedName":"Prepared"},{"required":false,"placeholder":"","lines":0,"helpTexts":{"prefix":"","postfix":""},"spacing":{},"type":"textBox","name":"ApprovedBy","label":"Approved By (Document Responsible)","fullyQualifiedName":"ApprovedBy"},{"required":false,"placeholder":"","lines":0,"helpTexts":{"prefix":"","postfix":""},"spacing":{},"type":"textBox","name":"Checked","label":"Checked","fullyQualifiedName":"Checked"},{"required":false,"placeholder":"","lines":0,"helpTexts":{"prefix":"","postfix":"(Overwritten with EriDoc values at check-in)"},"spacing":{},"type":"textBox","name":"Reference","label":"Reference","fullyQualifiedName":"Reference"},{"required":false,"placeholder":"","lines":0,"helpTexts":{"prefix":"","postfix":""},"spacing":{},"type":"textBox","name":"Keywords","label":"Keywords","fullyQualifiedName":"Keywords"}],"formDataEntries":[{"name":"DocumentTitle","value":"pYKnA1M1iVGe972lLW237tBCWABVWwTW03TtSWLVXT0="},{"name":"ConfidentialityClass","value":"cT/FOwTWaPknrhRlNMh4SQ=="},{"name":"LanguageCode","value":"5wlu7ZdPxHQj1W0w+yTNSg=="},{"name":"Date","value":"fbd86WXKelPa8nlkyyencA=="},{"name":"TemplateType","value":"5wlu7ZdPxHQj1W0w+yTNSg=="},{"name":"DocTitle","value":"5wlu7ZdPxHQj1W0w+yTNSg=="},{"name":"TotalPageNo","value":"5wlu7ZdPxHQj1W0w+yTNSg=="},{"name":"DocNo","value":"5wlu7ZdPxHQj1W0w+yTNSg=="},{"name":"Prepared","value":"fdJUhNIjdwPGv3mvNZlQT4ASrQGRpusVL7uBTgJlxbo="}]}]]></TemplafyFormConfiguration>
</file>

<file path=customXml/item3.xml><?xml version="1.0" encoding="utf-8"?>
<TemplafyTemplateConfiguration><![CDATA[{"elementsMetadata":[],"transformationConfigurations":[{"language":"{{DocumentLanguage}}","disableUpdates":false,"type":"proofingLanguage"},{"propertyName":"FooterText","propertyValue":"true","disableUpdates":false,"type":"customDocumentProperty"},{"propertyName":"SecurityClass","propertyValue":"{{Form.ConfidentialityClass.Confidentiality}}","disableUpdates":false,"type":"customDocumentProperty"},{"propertyName":"ExtConf","propertyValue":"{{Form.ExternalConfidentialityLabel.ExternalConfidentiality}}","disableUpdates":false,"type":"customDocumentProperty"},{"propertyName":"Prepared","propertyValue":"{{Form.Prepared}}","disableUpdates":false,"type":"customDocumentProperty"},{"propertyName":"ApprovedBy","propertyValue":"{{Form.ApprovedBy}}","disableUpdates":false,"type":"customDocumentProperty"},{"propertyName":"DocNo","propertyValue":"{{Form.DocumentNumber}} {{Form.LanguageCode.LanguageCode}}","disableUpdates":false,"type":"customDocumentProperty"},{"propertyName":"Checked","propertyValue":"{{Form.Checked}}","disableUpdates":false,"type":"customDocumentProperty"},{"propertyName":"Date","propertyValue":"{{Form.Date}}","disableUpdates":false,"type":"customDocumentProperty"},{"propertyName":"Reference","propertyValue":"{{Form.Reference}}","disableUpdates":false,"type":"customDocumentProperty"},{"propertyName":"Title","propertyValue":"{{Form.DocumentTitle}}","disableUpdates":false,"type":"customDocumentProperty"},{"propertyName":"Keyword","propertyValue":"{{Form.Keywords}}","disableUpdates":false,"type":"customDocumentProperty"},{"propertyName":"DocumentType","propertyValue":"Presentation2011","disableUpdates":false,"type":"customDocumentProperty"},{"propertyName":"Language","propertyValue":"EnglishUS","disableUpdates":false,"type":"customDocumentProperty"},{"propertyName":"TemplateID","propertyValue":"FALSE","disableUpdates":false,"type":"customDocumentProperty"},{"propertyName":"ConfCtrl","propertyValue":"FALSE","disableUpdates":false,"type":"customDocumentProperty"},{"propertyName":"title","propertyValue":"{{Form.DocumentTitle}}","disableUpdates":false,"type":"documentProperty"},{"propertyName":"keywords","propertyValue":"{{Form.Keywords}}","disableUpdates":false,"type":"documentProperty"},{"propertyName":"creator","propertyValue":"{{Form.Prepared}}","disableUpdates":false,"type":"documentProperty"},{"propertyName":"DocTitle","propertyValue":"{{Form.DocTitle.DocTitle}}","disableUpdates":false,"type":"customDocumentProperty"},{"propertyName":"IsDocument","propertyValue":"{{Form.TemplateType.IsDocument}}","disableUpdates":false,"type":"customDocumentProperty"},{"propertyName":"IsPresentation","propertyValue":"{{Form.TemplateType.IsPresentation}}","disableUpdates":false,"type":"customDocumentProperty"},{"propertyName":"company","propertyValue":"Ericsson","disableUpdates":false,"type":"documentProperty"},{"propertyName":"PageNumberVisible","propertyValue":"{{Form.TotalPageNo.TotalPageNo_value}}","disableUpdates":false,"type":"customDocumentProperty"},{"propertyName":"Revision","propertyValue":"{{Form.Revision}}","disableUpdates":false,"type":"customDocumentProperty"},{"propertyName":"DocType","propertyValue":"{{Form.DocTypePresentation}}","disableUpdates":false,"type":"customDocumentProperty"},{"propertyName":"TemplateVersion","propertyValue":"R2A","disableUpdates":false,"type":"customDocumentProperty"},{"propertyName":"PackageNo","propertyValue":"LXA 119 603","disableUpdates":false,"type":"customDocumentProperty"},{"propertyName":"PackageVersion","propertyValue":"R6B","disableUpdates":false,"type":"customDocumentProperty"},{"propertyName":"TemplateName","propertyValue":"CXC 173 2731/1","disableUpdates":false,"type":"customDocumentProperty"},{"propertyName":"DocName","propertyValue":" ","disableUpdates":false,"type":"customDocumentProperty"},{"propertyName":"description","propertyValue":"{{Form.DocumentNumber}} {{Form.LanguageCode.LanguageCode}}\nRev {{Form.Revision}}","disableUpdates":false,"type":"documentProperty"},{"propertyName":"DocNoVisible","propertyValue":"{{Form.DocNo.ShowDocNo}}","disableUpdates":false,"type":"customDocumentProperty"}],"templateName":"","templateDescription":"","enableDocumentContentUpdater":true,"version":"1.9"}]]></TemplafyTemplateConfiguratio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6.xml><?xml version="1.0" encoding="utf-8"?>
<TemplafySlideFormConfiguration><![CDATA[{"formFields":[],"formDataEntries":[]}]]></TemplafySlideFormConfiguration>
</file>

<file path=customXml/item7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8661F604A9A64C9627B875CBEE0D49" ma:contentTypeVersion="15" ma:contentTypeDescription="Create a new document." ma:contentTypeScope="" ma:versionID="a479c757ef17ea2b01d6697cee2b70c6">
  <xsd:schema xmlns:xsd="http://www.w3.org/2001/XMLSchema" xmlns:xs="http://www.w3.org/2001/XMLSchema" xmlns:p="http://schemas.microsoft.com/office/2006/metadata/properties" xmlns:ns3="92e1255f-bb7b-4dc9-b051-584cc104eb44" xmlns:ns4="a6550eff-0fc9-443f-8e77-72cbcf778382" targetNamespace="http://schemas.microsoft.com/office/2006/metadata/properties" ma:root="true" ma:fieldsID="08df2d0f55032e4052d032aa8ec7ed1f" ns3:_="" ns4:_="">
    <xsd:import namespace="92e1255f-bb7b-4dc9-b051-584cc104eb44"/>
    <xsd:import namespace="a6550eff-0fc9-443f-8e77-72cbcf77838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e1255f-bb7b-4dc9-b051-584cc104eb4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50eff-0fc9-443f-8e77-72cbcf7783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6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documentContentValidatorConfiguration":{"enableDocumentContentValidator":false,"documentContentValidatorVersion":0},"elementsMetadata":[],"slideId":"638780731662214300","enableDocumentContentUpdater":true,"version":"1.9"}]]></TemplafySlideTemplateConfiguration>
</file>

<file path=customXml/item10.xml><?xml version="1.0" encoding="utf-8"?>
<TemplafySlideFormConfiguration><![CDATA[{"formFields":[],"formDataEntries":[]}]]></TemplafySlideFormConfiguration>
</file>

<file path=customXml/item11.xml><?xml version="1.0" encoding="utf-8"?>
<TemplafySlideTemplateConfiguration><![CDATA[{"documentContentValidatorConfiguration":{"enableDocumentContentValidator":false,"documentContentValidatorVersion":0},"elementsMetadata":[],"slideId":"638780731662370544","enableDocumentContentUpdater":true,"version":"1.9"}]]></TemplafySlideTemplateConfiguration>
</file>

<file path=customXml/item12.xml><?xml version="1.0" encoding="utf-8"?>
<TemplafySlideFormConfiguration><![CDATA[{"formFields":[],"formDataEntries":[]}]]></TemplafySlideFormConfiguration>
</file>

<file path=customXml/item13.xml><?xml version="1.0" encoding="utf-8"?>
<TemplafySlideTemplateConfiguration><![CDATA[{"documentContentValidatorConfiguration":{"enableDocumentContentValidator":false,"documentContentValidatorVersion":0},"elementsMetadata":[],"slideId":"638780731662370545","enableDocumentContentUpdater":true,"version":"1.9"}]]></TemplafySlideTemplateConfiguration>
</file>

<file path=customXml/item14.xml><?xml version="1.0" encoding="utf-8"?>
<TemplafySlideTemplateConfiguration><![CDATA[{"documentContentValidatorConfiguration":{"enableDocumentContentValidator":false,"documentContentValidatorVersion":0},"elementsMetadata":[],"slideId":"638780731662526815","enableDocumentContentUpdater":true,"version":"1.9"}]]></TemplafySlideTemplateConfiguration>
</file>

<file path=customXml/item15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C09F197C-6A49-47D0-B877-F88807989676}">
  <ds:schemaRefs/>
</ds:datastoreItem>
</file>

<file path=customXml/itemProps2.xml><?xml version="1.0" encoding="utf-8"?>
<ds:datastoreItem xmlns:ds="http://schemas.openxmlformats.org/officeDocument/2006/customXml" ds:itemID="{D92C3DF5-A179-4E2D-BD20-07044B39171F}">
  <ds:schemaRefs/>
</ds:datastoreItem>
</file>

<file path=customXml/itemProps3.xml><?xml version="1.0" encoding="utf-8"?>
<ds:datastoreItem xmlns:ds="http://schemas.openxmlformats.org/officeDocument/2006/customXml" ds:itemID="{07958A4E-FAB1-42E4-B6B5-29B01F63F87B}">
  <ds:schemaRefs/>
</ds:datastoreItem>
</file>

<file path=customXml/itemProps4.xml><?xml version="1.0" encoding="utf-8"?>
<ds:datastoreItem xmlns:ds="http://schemas.openxmlformats.org/officeDocument/2006/customXml" ds:itemID="{F5A7E41D-6E7F-4B05-AFAB-F540BD4C068B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56F2EE69-0CCA-4F48-BE22-EC4A886C57A7}">
  <ds:schemaRefs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92e1255f-bb7b-4dc9-b051-584cc104eb44"/>
    <ds:schemaRef ds:uri="http://schemas.microsoft.com/office/2006/metadata/properties"/>
    <ds:schemaRef ds:uri="http://schemas.openxmlformats.org/package/2006/metadata/core-properties"/>
    <ds:schemaRef ds:uri="a6550eff-0fc9-443f-8e77-72cbcf778382"/>
  </ds:schemaRefs>
</ds:datastoreItem>
</file>

<file path=customXml/itemProps6.xml><?xml version="1.0" encoding="utf-8"?>
<ds:datastoreItem xmlns:ds="http://schemas.openxmlformats.org/officeDocument/2006/customXml" ds:itemID="{B9AEDDE3-EA02-4A8F-B8F8-0606A0AA45FC}">
  <ds:schemaRefs/>
</ds:datastoreItem>
</file>

<file path=customXml/itemProps7.xml><?xml version="1.0" encoding="utf-8"?>
<ds:datastoreItem xmlns:ds="http://schemas.openxmlformats.org/officeDocument/2006/customXml" ds:itemID="{A2258578-4028-422E-A2BB-56A6BD2305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2e1255f-bb7b-4dc9-b051-584cc104eb44"/>
    <ds:schemaRef ds:uri="a6550eff-0fc9-443f-8e77-72cbcf7783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8.xml><?xml version="1.0" encoding="utf-8"?>
<ds:datastoreItem xmlns:ds="http://schemas.openxmlformats.org/officeDocument/2006/customXml" ds:itemID="{32BA7684-6BE4-4F73-B22E-30934AB379B8}">
  <ds:schemaRefs/>
</ds:datastoreItem>
</file>

<file path=customXml/itemProps9.xml><?xml version="1.0" encoding="utf-8"?>
<ds:datastoreItem xmlns:ds="http://schemas.openxmlformats.org/officeDocument/2006/customXml" ds:itemID="{72516535-7702-46AF-9B1F-8623A67A824E}">
  <ds:schemaRefs/>
</ds:datastoreItem>
</file>

<file path=customXml/itemProps10.xml><?xml version="1.0" encoding="utf-8"?>
<ds:datastoreItem xmlns:ds="http://schemas.openxmlformats.org/officeDocument/2006/customXml" ds:itemID="{822D38AD-8010-4CD3-BD6B-117CB8DF70A4}">
  <ds:schemaRefs/>
</ds:datastoreItem>
</file>

<file path=customXml/itemProps11.xml><?xml version="1.0" encoding="utf-8"?>
<ds:datastoreItem xmlns:ds="http://schemas.openxmlformats.org/officeDocument/2006/customXml" ds:itemID="{683FEB75-8CFA-449C-A6B1-B1E4A86A58A1}">
  <ds:schemaRefs/>
</ds:datastoreItem>
</file>

<file path=customXml/itemProps12.xml><?xml version="1.0" encoding="utf-8"?>
<ds:datastoreItem xmlns:ds="http://schemas.openxmlformats.org/officeDocument/2006/customXml" ds:itemID="{847502A6-7CBE-43AF-BDF6-4D4423521D8C}">
  <ds:schemaRefs/>
</ds:datastoreItem>
</file>

<file path=customXml/itemProps13.xml><?xml version="1.0" encoding="utf-8"?>
<ds:datastoreItem xmlns:ds="http://schemas.openxmlformats.org/officeDocument/2006/customXml" ds:itemID="{03AF3FDC-ACD1-46F3-A43E-782322DF9816}">
  <ds:schemaRefs/>
</ds:datastoreItem>
</file>

<file path=customXml/itemProps14.xml><?xml version="1.0" encoding="utf-8"?>
<ds:datastoreItem xmlns:ds="http://schemas.openxmlformats.org/officeDocument/2006/customXml" ds:itemID="{1CE36EA9-2186-4EB1-871A-8AE59C2A13BB}">
  <ds:schemaRefs/>
</ds:datastoreItem>
</file>

<file path=customXml/itemProps15.xml><?xml version="1.0" encoding="utf-8"?>
<ds:datastoreItem xmlns:ds="http://schemas.openxmlformats.org/officeDocument/2006/customXml" ds:itemID="{58CC0B31-82B9-497A-9A2E-F3F72D0BBDAD}">
  <ds:schemaRefs/>
</ds:datastoreItem>
</file>

<file path=docMetadata/LabelInfo.xml><?xml version="1.0" encoding="utf-8"?>
<clbl:labelList xmlns:clbl="http://schemas.microsoft.com/office/2020/mipLabelMetadata">
  <clbl:label id="{92e84ceb-fbfd-47ab-be52-080c6b87953f}" enabled="0" method="" siteId="{92e84ceb-fbfd-47ab-be52-080c6b87953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PresentationTemplate2025</Template>
  <TotalTime>2925</TotalTime>
  <Words>437</Words>
  <Application>Microsoft Macintosh PowerPoint</Application>
  <PresentationFormat>Widescreen</PresentationFormat>
  <Paragraphs>82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Ericsson Technical Icons</vt:lpstr>
      <vt:lpstr>Ericsson Hilda Light</vt:lpstr>
      <vt:lpstr>Ericsson Hilda ExtraLight</vt:lpstr>
      <vt:lpstr>Ericsson Hilda</vt:lpstr>
      <vt:lpstr>Ericsson Hilda ExtraBold</vt:lpstr>
      <vt:lpstr>PresentationTemplate2025</vt:lpstr>
      <vt:lpstr>SCTP DTLS Chunk</vt:lpstr>
      <vt:lpstr>Introduction</vt:lpstr>
      <vt:lpstr>DTLS Chunk (Updated)</vt:lpstr>
      <vt:lpstr>Changes</vt:lpstr>
      <vt:lpstr>Interoperability</vt:lpstr>
      <vt:lpstr>What has been tested</vt:lpstr>
      <vt:lpstr>Status</vt:lpstr>
      <vt:lpstr>Open Issue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Magnus Westerlund</dc:creator>
  <cp:keywords/>
  <dc:description> 
Rev </dc:description>
  <cp:lastModifiedBy>Magnus Westerlund</cp:lastModifiedBy>
  <cp:revision>1</cp:revision>
  <dcterms:created xsi:type="dcterms:W3CDTF">2026-07-16T11:39:52Z</dcterms:created>
  <dcterms:modified xsi:type="dcterms:W3CDTF">2026-07-18T12:35:48Z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Category">
    <vt:lpwstr> </vt:lpwstr>
  </property>
  <property fmtid="{D5CDD505-2E9C-101B-9397-08002B2CF9AE}" pid="3" name="TemplateIdentity">
    <vt:lpwstr> </vt:lpwstr>
  </property>
  <property fmtid="{D5CDD505-2E9C-101B-9397-08002B2CF9AE}" pid="4" name="DocName">
    <vt:lpwstr> </vt:lpwstr>
  </property>
  <property fmtid="{D5CDD505-2E9C-101B-9397-08002B2CF9AE}" pid="5" name="ContentTypeId">
    <vt:lpwstr>0x0101002C8661F604A9A64C9627B875CBEE0D49</vt:lpwstr>
  </property>
  <property fmtid="{D5CDD505-2E9C-101B-9397-08002B2CF9AE}" pid="6" name="DocumentDataTemplate">
    <vt:lpwstr>true</vt:lpwstr>
  </property>
  <property fmtid="{D5CDD505-2E9C-101B-9397-08002B2CF9AE}" pid="7" name="BSubject">
    <vt:lpwstr> </vt:lpwstr>
  </property>
  <property fmtid="{D5CDD505-2E9C-101B-9397-08002B2CF9AE}" pid="8" name="TemplafyTimeStamp">
    <vt:lpwstr>2025-03-20T13:12:46.0714942Z</vt:lpwstr>
  </property>
  <property fmtid="{D5CDD505-2E9C-101B-9397-08002B2CF9AE}" pid="9" name="TemplafyTenantId">
    <vt:lpwstr>ericsson</vt:lpwstr>
  </property>
  <property fmtid="{D5CDD505-2E9C-101B-9397-08002B2CF9AE}" pid="10" name="TemplafyTemplateId">
    <vt:lpwstr>637661677935531027</vt:lpwstr>
  </property>
  <property fmtid="{D5CDD505-2E9C-101B-9397-08002B2CF9AE}" pid="11" name="TemplafyUserProfileId">
    <vt:lpwstr>637104383272115200</vt:lpwstr>
  </property>
  <property fmtid="{D5CDD505-2E9C-101B-9397-08002B2CF9AE}" pid="12" name="TemplafyLanguageCode">
    <vt:lpwstr>en-US</vt:lpwstr>
  </property>
  <property fmtid="{D5CDD505-2E9C-101B-9397-08002B2CF9AE}" pid="13" name="FooterText">
    <vt:lpwstr>true</vt:lpwstr>
  </property>
  <property fmtid="{D5CDD505-2E9C-101B-9397-08002B2CF9AE}" pid="14" name="SecurityClass">
    <vt:lpwstr>Open</vt:lpwstr>
  </property>
  <property fmtid="{D5CDD505-2E9C-101B-9397-08002B2CF9AE}" pid="15" name="ExtConf">
    <vt:lpwstr/>
  </property>
  <property fmtid="{D5CDD505-2E9C-101B-9397-08002B2CF9AE}" pid="16" name="Prepared">
    <vt:lpwstr>ERAMSWD Magnus Westerlund</vt:lpwstr>
  </property>
  <property fmtid="{D5CDD505-2E9C-101B-9397-08002B2CF9AE}" pid="17" name="ApprovedBy">
    <vt:lpwstr/>
  </property>
  <property fmtid="{D5CDD505-2E9C-101B-9397-08002B2CF9AE}" pid="18" name="DocNo">
    <vt:lpwstr> </vt:lpwstr>
  </property>
  <property fmtid="{D5CDD505-2E9C-101B-9397-08002B2CF9AE}" pid="19" name="Checked">
    <vt:lpwstr/>
  </property>
  <property fmtid="{D5CDD505-2E9C-101B-9397-08002B2CF9AE}" pid="20" name="Date">
    <vt:lpwstr>2026-07-16</vt:lpwstr>
  </property>
  <property fmtid="{D5CDD505-2E9C-101B-9397-08002B2CF9AE}" pid="21" name="Reference">
    <vt:lpwstr/>
  </property>
  <property fmtid="{D5CDD505-2E9C-101B-9397-08002B2CF9AE}" pid="22" name="Title">
    <vt:lpwstr>IETF 126 TSVWG DTLS Chunk</vt:lpwstr>
  </property>
  <property fmtid="{D5CDD505-2E9C-101B-9397-08002B2CF9AE}" pid="23" name="Keyword">
    <vt:lpwstr/>
  </property>
  <property fmtid="{D5CDD505-2E9C-101B-9397-08002B2CF9AE}" pid="24" name="DocumentType">
    <vt:lpwstr>Presentation2011</vt:lpwstr>
  </property>
  <property fmtid="{D5CDD505-2E9C-101B-9397-08002B2CF9AE}" pid="25" name="Language">
    <vt:lpwstr>EnglishUS</vt:lpwstr>
  </property>
  <property fmtid="{D5CDD505-2E9C-101B-9397-08002B2CF9AE}" pid="26" name="TemplateID">
    <vt:lpwstr>FALSE</vt:lpwstr>
  </property>
  <property fmtid="{D5CDD505-2E9C-101B-9397-08002B2CF9AE}" pid="27" name="ConfCtrl">
    <vt:lpwstr>FALSE</vt:lpwstr>
  </property>
  <property fmtid="{D5CDD505-2E9C-101B-9397-08002B2CF9AE}" pid="28" name="DocTitle">
    <vt:lpwstr>false</vt:lpwstr>
  </property>
  <property fmtid="{D5CDD505-2E9C-101B-9397-08002B2CF9AE}" pid="29" name="IsDocument">
    <vt:lpwstr>true</vt:lpwstr>
  </property>
  <property fmtid="{D5CDD505-2E9C-101B-9397-08002B2CF9AE}" pid="30" name="IsPresentation">
    <vt:lpwstr>false</vt:lpwstr>
  </property>
  <property fmtid="{D5CDD505-2E9C-101B-9397-08002B2CF9AE}" pid="31" name="PageNumberVisible">
    <vt:lpwstr>PageXY</vt:lpwstr>
  </property>
  <property fmtid="{D5CDD505-2E9C-101B-9397-08002B2CF9AE}" pid="32" name="Revision">
    <vt:lpwstr/>
  </property>
  <property fmtid="{D5CDD505-2E9C-101B-9397-08002B2CF9AE}" pid="33" name="DocType">
    <vt:lpwstr/>
  </property>
  <property fmtid="{D5CDD505-2E9C-101B-9397-08002B2CF9AE}" pid="34" name="TemplateVersion">
    <vt:lpwstr>R2A</vt:lpwstr>
  </property>
  <property fmtid="{D5CDD505-2E9C-101B-9397-08002B2CF9AE}" pid="35" name="PackageNo">
    <vt:lpwstr>LXA 119 603</vt:lpwstr>
  </property>
  <property fmtid="{D5CDD505-2E9C-101B-9397-08002B2CF9AE}" pid="36" name="PackageVersion">
    <vt:lpwstr>R6B</vt:lpwstr>
  </property>
  <property fmtid="{D5CDD505-2E9C-101B-9397-08002B2CF9AE}" pid="37" name="TemplateName">
    <vt:lpwstr>CXC 173 2731/1</vt:lpwstr>
  </property>
  <property fmtid="{D5CDD505-2E9C-101B-9397-08002B2CF9AE}" pid="38" name="DocNoVisible">
    <vt:lpwstr>true</vt:lpwstr>
  </property>
</Properties>
</file>