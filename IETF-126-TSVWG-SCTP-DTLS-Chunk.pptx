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6"/>
  </p:sldMasterIdLst>
  <p:notesMasterIdLst>
    <p:notesMasterId r:id="rId26"/>
  </p:notesMasterIdLst>
  <p:handoutMasterIdLst>
    <p:handoutMasterId r:id="rId27"/>
  </p:handoutMasterIdLst>
  <p:sldIdLst>
    <p:sldId id="271" r:id="rId17"/>
    <p:sldId id="270" r:id="rId18"/>
    <p:sldId id="273" r:id="rId19"/>
    <p:sldId id="274" r:id="rId20"/>
    <p:sldId id="275" r:id="rId21"/>
    <p:sldId id="272" r:id="rId22"/>
    <p:sldId id="276" r:id="rId23"/>
    <p:sldId id="277" r:id="rId24"/>
    <p:sldId id="261" r:id="rId25"/>
  </p:sldIdLst>
  <p:sldSz cx="12192000" cy="6858000"/>
  <p:notesSz cx="6858000" cy="9144000"/>
  <p:embeddedFontLst>
    <p:embeddedFont>
      <p:font typeface="Ericsson Hilda" panose="020B0604020202020204" charset="0"/>
      <p:regular r:id="rId28"/>
      <p:bold r:id="rId29"/>
      <p:italic r:id="rId30"/>
      <p:boldItalic r:id="rId31"/>
    </p:embeddedFont>
    <p:embeddedFont>
      <p:font typeface="Ericsson Hilda ExtraBold" panose="020B0604020202020204" charset="0"/>
      <p:bold r:id="rId32"/>
    </p:embeddedFont>
    <p:embeddedFont>
      <p:font typeface="Ericsson Hilda ExtraLight" panose="020B0604020202020204" charset="0"/>
      <p:regular r:id="rId33"/>
    </p:embeddedFont>
    <p:embeddedFont>
      <p:font typeface="Ericsson Hilda Light" panose="020B0604020202020204" charset="0"/>
      <p:regular r:id="rId34"/>
      <p:italic r:id="rId35"/>
    </p:embeddedFont>
    <p:embeddedFont>
      <p:font typeface="Ericsson Technical Icons" panose="020B0604020202020204" charset="0"/>
      <p:regular r:id="rId36"/>
      <p:bold r:id="rId37"/>
      <p:italic r:id="rId38"/>
      <p:boldItalic r:id="rId39"/>
    </p:embeddedFont>
  </p:embeddedFontLst>
  <p:defaultTextStyle>
    <a:defPPr>
      <a:defRPr lang="en-US"/>
    </a:def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D1D1FE1-8989-AC62-B09F-3A4283D2C96E}" name="John Mattsson" initials="JP" userId="S::john.mattsson@ericsson.com::af1d955f-31b2-4b66-a94f-49d4d7f7d26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A8A487-5761-401B-A48C-C24BDC687B67}" v="208" dt="2026-07-18T12:46:55.2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2.fntdata"/><Relationship Id="rId21" Type="http://schemas.openxmlformats.org/officeDocument/2006/relationships/slide" Target="slides/slide5.xml"/><Relationship Id="rId34" Type="http://schemas.openxmlformats.org/officeDocument/2006/relationships/font" Target="fonts/font7.fntdata"/><Relationship Id="rId42" Type="http://schemas.openxmlformats.org/officeDocument/2006/relationships/theme" Target="theme/theme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9" Type="http://schemas.openxmlformats.org/officeDocument/2006/relationships/font" Target="fonts/font2.fntdata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font" Target="fonts/font4.fntdata"/><Relationship Id="rId44" Type="http://schemas.microsoft.com/office/2016/11/relationships/changesInfo" Target="changesInfos/changesInfo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handoutMaster" Target="handoutMasters/handout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tableStyles" Target="tableStyle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schemas.microsoft.com/office/2018/10/relationships/authors" Target="authors.xml"/><Relationship Id="rId20" Type="http://schemas.openxmlformats.org/officeDocument/2006/relationships/slide" Target="slides/slide4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Mattsson" userId="af1d955f-31b2-4b66-a94f-49d4d7f7d266" providerId="ADAL" clId="{CEB9C44D-A79E-5021-A295-4255D07D6C4D}"/>
    <pc:docChg chg="modSld">
      <pc:chgData name="John Mattsson" userId="af1d955f-31b2-4b66-a94f-49d4d7f7d266" providerId="ADAL" clId="{CEB9C44D-A79E-5021-A295-4255D07D6C4D}" dt="2026-07-18T12:22:09.255" v="4" actId="2"/>
      <pc:docMkLst>
        <pc:docMk/>
      </pc:docMkLst>
      <pc:sldChg chg="modSp mod">
        <pc:chgData name="John Mattsson" userId="af1d955f-31b2-4b66-a94f-49d4d7f7d266" providerId="ADAL" clId="{CEB9C44D-A79E-5021-A295-4255D07D6C4D}" dt="2026-07-18T12:22:09.255" v="4" actId="2"/>
        <pc:sldMkLst>
          <pc:docMk/>
          <pc:sldMk cId="2604203220" sldId="272"/>
        </pc:sldMkLst>
        <pc:spChg chg="mod">
          <ac:chgData name="John Mattsson" userId="af1d955f-31b2-4b66-a94f-49d4d7f7d266" providerId="ADAL" clId="{CEB9C44D-A79E-5021-A295-4255D07D6C4D}" dt="2026-07-18T12:22:09.255" v="4" actId="2"/>
          <ac:spMkLst>
            <pc:docMk/>
            <pc:sldMk cId="2604203220" sldId="272"/>
            <ac:spMk id="5" creationId="{80CFE1E9-2446-4327-A152-D121E1DA7E83}"/>
          </ac:spMkLst>
        </pc:spChg>
      </pc:sldChg>
      <pc:sldChg chg="modSp mod">
        <pc:chgData name="John Mattsson" userId="af1d955f-31b2-4b66-a94f-49d4d7f7d266" providerId="ADAL" clId="{CEB9C44D-A79E-5021-A295-4255D07D6C4D}" dt="2026-07-18T12:22:04.383" v="2" actId="2"/>
        <pc:sldMkLst>
          <pc:docMk/>
          <pc:sldMk cId="2764015099" sldId="275"/>
        </pc:sldMkLst>
        <pc:spChg chg="mod">
          <ac:chgData name="John Mattsson" userId="af1d955f-31b2-4b66-a94f-49d4d7f7d266" providerId="ADAL" clId="{CEB9C44D-A79E-5021-A295-4255D07D6C4D}" dt="2026-07-18T12:22:02.332" v="0" actId="2"/>
          <ac:spMkLst>
            <pc:docMk/>
            <pc:sldMk cId="2764015099" sldId="275"/>
            <ac:spMk id="5" creationId="{960C9FF5-1894-156C-43F6-643A7F7A1C7D}"/>
          </ac:spMkLst>
        </pc:spChg>
        <pc:spChg chg="mod">
          <ac:chgData name="John Mattsson" userId="af1d955f-31b2-4b66-a94f-49d4d7f7d266" providerId="ADAL" clId="{CEB9C44D-A79E-5021-A295-4255D07D6C4D}" dt="2026-07-18T12:22:03.706" v="1" actId="2"/>
          <ac:spMkLst>
            <pc:docMk/>
            <pc:sldMk cId="2764015099" sldId="275"/>
            <ac:spMk id="22" creationId="{FAC3E9BB-C227-E96B-3FEB-9ABF5D4273B9}"/>
          </ac:spMkLst>
        </pc:spChg>
        <pc:spChg chg="mod">
          <ac:chgData name="John Mattsson" userId="af1d955f-31b2-4b66-a94f-49d4d7f7d266" providerId="ADAL" clId="{CEB9C44D-A79E-5021-A295-4255D07D6C4D}" dt="2026-07-18T12:22:04.383" v="2" actId="2"/>
          <ac:spMkLst>
            <pc:docMk/>
            <pc:sldMk cId="2764015099" sldId="275"/>
            <ac:spMk id="24" creationId="{094B2021-F91A-99ED-75B0-508368A658F3}"/>
          </ac:spMkLst>
        </pc:spChg>
      </pc:sldChg>
    </pc:docChg>
  </pc:docChgLst>
  <pc:docChgLst>
    <pc:chgData name="Marcus Ihlar" userId="3466507a-8f95-47f2-ae1b-ce7d6ca611a4" providerId="ADAL" clId="{3438F4FC-D214-4A35-B915-405844213C8B}"/>
    <pc:docChg chg="custSel modSld modMainMaster">
      <pc:chgData name="Marcus Ihlar" userId="3466507a-8f95-47f2-ae1b-ce7d6ca611a4" providerId="ADAL" clId="{3438F4FC-D214-4A35-B915-405844213C8B}" dt="2026-07-18T12:46:55.206" v="263"/>
      <pc:docMkLst>
        <pc:docMk/>
      </pc:docMkLst>
      <pc:sldChg chg="modSp mod">
        <pc:chgData name="Marcus Ihlar" userId="3466507a-8f95-47f2-ae1b-ce7d6ca611a4" providerId="ADAL" clId="{3438F4FC-D214-4A35-B915-405844213C8B}" dt="2026-07-18T12:46:54.549" v="95" actId="790"/>
        <pc:sldMkLst>
          <pc:docMk/>
          <pc:sldMk cId="1383928708" sldId="261"/>
        </pc:sldMkLst>
        <pc:spChg chg="mod">
          <ac:chgData name="Marcus Ihlar" userId="3466507a-8f95-47f2-ae1b-ce7d6ca611a4" providerId="ADAL" clId="{3438F4FC-D214-4A35-B915-405844213C8B}" dt="2026-07-18T12:46:54.549" v="95" actId="790"/>
          <ac:spMkLst>
            <pc:docMk/>
            <pc:sldMk cId="1383928708" sldId="261"/>
            <ac:spMk id="4" creationId="{6FF69E04-8523-4965-90ED-73D4F9BAE271}"/>
          </ac:spMkLst>
        </pc:spChg>
      </pc:sldChg>
      <pc:sldChg chg="modSp mod">
        <pc:chgData name="Marcus Ihlar" userId="3466507a-8f95-47f2-ae1b-ce7d6ca611a4" providerId="ADAL" clId="{3438F4FC-D214-4A35-B915-405844213C8B}" dt="2026-07-18T12:46:54.504" v="66" actId="790"/>
        <pc:sldMkLst>
          <pc:docMk/>
          <pc:sldMk cId="3709959988" sldId="270"/>
        </pc:sldMkLst>
        <pc:spChg chg="mod">
          <ac:chgData name="Marcus Ihlar" userId="3466507a-8f95-47f2-ae1b-ce7d6ca611a4" providerId="ADAL" clId="{3438F4FC-D214-4A35-B915-405844213C8B}" dt="2026-07-18T12:46:54.502" v="65" actId="790"/>
          <ac:spMkLst>
            <pc:docMk/>
            <pc:sldMk cId="3709959988" sldId="270"/>
            <ac:spMk id="2" creationId="{596B0A1D-8369-1F32-91B8-AD5040D13892}"/>
          </ac:spMkLst>
        </pc:spChg>
        <pc:spChg chg="mod">
          <ac:chgData name="Marcus Ihlar" userId="3466507a-8f95-47f2-ae1b-ce7d6ca611a4" providerId="ADAL" clId="{3438F4FC-D214-4A35-B915-405844213C8B}" dt="2026-07-18T12:46:54.504" v="66" actId="790"/>
          <ac:spMkLst>
            <pc:docMk/>
            <pc:sldMk cId="3709959988" sldId="270"/>
            <ac:spMk id="4" creationId="{E93AAB2F-D478-E837-ACB0-D912DA518E4B}"/>
          </ac:spMkLst>
        </pc:spChg>
      </pc:sldChg>
      <pc:sldChg chg="modSp mod">
        <pc:chgData name="Marcus Ihlar" userId="3466507a-8f95-47f2-ae1b-ce7d6ca611a4" providerId="ADAL" clId="{3438F4FC-D214-4A35-B915-405844213C8B}" dt="2026-07-18T12:46:54.502" v="64" actId="790"/>
        <pc:sldMkLst>
          <pc:docMk/>
          <pc:sldMk cId="2230748882" sldId="271"/>
        </pc:sldMkLst>
        <pc:spChg chg="mod">
          <ac:chgData name="Marcus Ihlar" userId="3466507a-8f95-47f2-ae1b-ce7d6ca611a4" providerId="ADAL" clId="{3438F4FC-D214-4A35-B915-405844213C8B}" dt="2026-07-18T12:46:54.496" v="60" actId="790"/>
          <ac:spMkLst>
            <pc:docMk/>
            <pc:sldMk cId="2230748882" sldId="271"/>
            <ac:spMk id="3" creationId="{17D5CE7D-CCF0-44B0-843A-8D46859C44EE}"/>
          </ac:spMkLst>
        </pc:spChg>
        <pc:spChg chg="mod">
          <ac:chgData name="Marcus Ihlar" userId="3466507a-8f95-47f2-ae1b-ce7d6ca611a4" providerId="ADAL" clId="{3438F4FC-D214-4A35-B915-405844213C8B}" dt="2026-07-18T12:46:54.500" v="61" actId="790"/>
          <ac:spMkLst>
            <pc:docMk/>
            <pc:sldMk cId="2230748882" sldId="271"/>
            <ac:spMk id="4" creationId="{6A927E07-3624-45B8-934B-C229726CA813}"/>
          </ac:spMkLst>
        </pc:spChg>
        <pc:spChg chg="mod">
          <ac:chgData name="Marcus Ihlar" userId="3466507a-8f95-47f2-ae1b-ce7d6ca611a4" providerId="ADAL" clId="{3438F4FC-D214-4A35-B915-405844213C8B}" dt="2026-07-18T12:46:54.500" v="62" actId="790"/>
          <ac:spMkLst>
            <pc:docMk/>
            <pc:sldMk cId="2230748882" sldId="271"/>
            <ac:spMk id="5" creationId="{0D8DE8B4-7BAB-4C18-A0E5-01D3A11D374F}"/>
          </ac:spMkLst>
        </pc:spChg>
        <pc:spChg chg="mod">
          <ac:chgData name="Marcus Ihlar" userId="3466507a-8f95-47f2-ae1b-ce7d6ca611a4" providerId="ADAL" clId="{3438F4FC-D214-4A35-B915-405844213C8B}" dt="2026-07-18T12:46:54.500" v="63" actId="790"/>
          <ac:spMkLst>
            <pc:docMk/>
            <pc:sldMk cId="2230748882" sldId="271"/>
            <ac:spMk id="6" creationId="{327EB691-17C6-4220-AA5E-2F3518AF8CC2}"/>
          </ac:spMkLst>
        </pc:spChg>
        <pc:spChg chg="mod">
          <ac:chgData name="Marcus Ihlar" userId="3466507a-8f95-47f2-ae1b-ce7d6ca611a4" providerId="ADAL" clId="{3438F4FC-D214-4A35-B915-405844213C8B}" dt="2026-07-18T12:46:54.502" v="64" actId="790"/>
          <ac:spMkLst>
            <pc:docMk/>
            <pc:sldMk cId="2230748882" sldId="271"/>
            <ac:spMk id="7" creationId="{0BF70DC3-66C9-451C-917E-BA44956D1DBD}"/>
          </ac:spMkLst>
        </pc:spChg>
      </pc:sldChg>
      <pc:sldChg chg="modSp mod">
        <pc:chgData name="Marcus Ihlar" userId="3466507a-8f95-47f2-ae1b-ce7d6ca611a4" providerId="ADAL" clId="{3438F4FC-D214-4A35-B915-405844213C8B}" dt="2026-07-18T12:46:54.546" v="90" actId="790"/>
        <pc:sldMkLst>
          <pc:docMk/>
          <pc:sldMk cId="2604203220" sldId="272"/>
        </pc:sldMkLst>
        <pc:spChg chg="mod">
          <ac:chgData name="Marcus Ihlar" userId="3466507a-8f95-47f2-ae1b-ce7d6ca611a4" providerId="ADAL" clId="{3438F4FC-D214-4A35-B915-405844213C8B}" dt="2026-07-18T12:46:54.544" v="89" actId="790"/>
          <ac:spMkLst>
            <pc:docMk/>
            <pc:sldMk cId="2604203220" sldId="272"/>
            <ac:spMk id="4" creationId="{306D82EC-811D-454E-9DFF-2EEC63AD50B4}"/>
          </ac:spMkLst>
        </pc:spChg>
        <pc:spChg chg="mod">
          <ac:chgData name="Marcus Ihlar" userId="3466507a-8f95-47f2-ae1b-ce7d6ca611a4" providerId="ADAL" clId="{3438F4FC-D214-4A35-B915-405844213C8B}" dt="2026-07-18T12:46:54.546" v="90" actId="790"/>
          <ac:spMkLst>
            <pc:docMk/>
            <pc:sldMk cId="2604203220" sldId="272"/>
            <ac:spMk id="5" creationId="{80CFE1E9-2446-4327-A152-D121E1DA7E83}"/>
          </ac:spMkLst>
        </pc:spChg>
      </pc:sldChg>
      <pc:sldChg chg="modSp mod">
        <pc:chgData name="Marcus Ihlar" userId="3466507a-8f95-47f2-ae1b-ce7d6ca611a4" providerId="ADAL" clId="{3438F4FC-D214-4A35-B915-405844213C8B}" dt="2026-07-18T12:46:54.504" v="68" actId="790"/>
        <pc:sldMkLst>
          <pc:docMk/>
          <pc:sldMk cId="3701326332" sldId="273"/>
        </pc:sldMkLst>
        <pc:spChg chg="mod">
          <ac:chgData name="Marcus Ihlar" userId="3466507a-8f95-47f2-ae1b-ce7d6ca611a4" providerId="ADAL" clId="{3438F4FC-D214-4A35-B915-405844213C8B}" dt="2026-07-18T12:46:54.504" v="67" actId="790"/>
          <ac:spMkLst>
            <pc:docMk/>
            <pc:sldMk cId="3701326332" sldId="273"/>
            <ac:spMk id="2" creationId="{92653488-02BE-D14E-3FBF-371B08482954}"/>
          </ac:spMkLst>
        </pc:spChg>
        <pc:spChg chg="mod">
          <ac:chgData name="Marcus Ihlar" userId="3466507a-8f95-47f2-ae1b-ce7d6ca611a4" providerId="ADAL" clId="{3438F4FC-D214-4A35-B915-405844213C8B}" dt="2026-07-18T12:46:54.504" v="68" actId="790"/>
          <ac:spMkLst>
            <pc:docMk/>
            <pc:sldMk cId="3701326332" sldId="273"/>
            <ac:spMk id="4" creationId="{7DFDB2E9-A5D0-60E8-6F31-EC95BA9C0AA3}"/>
          </ac:spMkLst>
        </pc:spChg>
      </pc:sldChg>
      <pc:sldChg chg="modSp mod">
        <pc:chgData name="Marcus Ihlar" userId="3466507a-8f95-47f2-ae1b-ce7d6ca611a4" providerId="ADAL" clId="{3438F4FC-D214-4A35-B915-405844213C8B}" dt="2026-07-18T12:46:54.536" v="72" actId="790"/>
        <pc:sldMkLst>
          <pc:docMk/>
          <pc:sldMk cId="2124198194" sldId="274"/>
        </pc:sldMkLst>
        <pc:spChg chg="mod">
          <ac:chgData name="Marcus Ihlar" userId="3466507a-8f95-47f2-ae1b-ce7d6ca611a4" providerId="ADAL" clId="{3438F4FC-D214-4A35-B915-405844213C8B}" dt="2026-07-18T12:46:54.504" v="69" actId="790"/>
          <ac:spMkLst>
            <pc:docMk/>
            <pc:sldMk cId="2124198194" sldId="274"/>
            <ac:spMk id="2" creationId="{C7E44E2A-CD41-AB2A-F361-625CA596C764}"/>
          </ac:spMkLst>
        </pc:spChg>
        <pc:spChg chg="mod">
          <ac:chgData name="Marcus Ihlar" userId="3466507a-8f95-47f2-ae1b-ce7d6ca611a4" providerId="ADAL" clId="{3438F4FC-D214-4A35-B915-405844213C8B}" dt="2026-07-18T12:46:54.525" v="70" actId="790"/>
          <ac:spMkLst>
            <pc:docMk/>
            <pc:sldMk cId="2124198194" sldId="274"/>
            <ac:spMk id="4" creationId="{314A80B3-1CF1-518A-C35B-B27359B70B41}"/>
          </ac:spMkLst>
        </pc:spChg>
        <pc:spChg chg="mod">
          <ac:chgData name="Marcus Ihlar" userId="3466507a-8f95-47f2-ae1b-ce7d6ca611a4" providerId="ADAL" clId="{3438F4FC-D214-4A35-B915-405844213C8B}" dt="2026-07-18T12:46:54.525" v="71" actId="790"/>
          <ac:spMkLst>
            <pc:docMk/>
            <pc:sldMk cId="2124198194" sldId="274"/>
            <ac:spMk id="9" creationId="{4BDA47E8-EBD1-F2FA-9AAE-B2DF174F7608}"/>
          </ac:spMkLst>
        </pc:spChg>
        <pc:spChg chg="mod">
          <ac:chgData name="Marcus Ihlar" userId="3466507a-8f95-47f2-ae1b-ce7d6ca611a4" providerId="ADAL" clId="{3438F4FC-D214-4A35-B915-405844213C8B}" dt="2026-07-18T12:46:54.536" v="72" actId="790"/>
          <ac:spMkLst>
            <pc:docMk/>
            <pc:sldMk cId="2124198194" sldId="274"/>
            <ac:spMk id="11" creationId="{7DFC4256-2ECB-FFED-7B57-8A4E40F96507}"/>
          </ac:spMkLst>
        </pc:spChg>
      </pc:sldChg>
      <pc:sldChg chg="modSp mod">
        <pc:chgData name="Marcus Ihlar" userId="3466507a-8f95-47f2-ae1b-ce7d6ca611a4" providerId="ADAL" clId="{3438F4FC-D214-4A35-B915-405844213C8B}" dt="2026-07-18T12:46:54.544" v="88" actId="790"/>
        <pc:sldMkLst>
          <pc:docMk/>
          <pc:sldMk cId="2764015099" sldId="275"/>
        </pc:sldMkLst>
        <pc:spChg chg="mod">
          <ac:chgData name="Marcus Ihlar" userId="3466507a-8f95-47f2-ae1b-ce7d6ca611a4" providerId="ADAL" clId="{3438F4FC-D214-4A35-B915-405844213C8B}" dt="2026-07-18T12:46:54.536" v="74" actId="790"/>
          <ac:spMkLst>
            <pc:docMk/>
            <pc:sldMk cId="2764015099" sldId="275"/>
            <ac:spMk id="2" creationId="{D4384A3F-58F1-A256-83EA-743903115B60}"/>
          </ac:spMkLst>
        </pc:spChg>
        <pc:spChg chg="mod">
          <ac:chgData name="Marcus Ihlar" userId="3466507a-8f95-47f2-ae1b-ce7d6ca611a4" providerId="ADAL" clId="{3438F4FC-D214-4A35-B915-405844213C8B}" dt="2026-07-18T12:46:54.536" v="75" actId="790"/>
          <ac:spMkLst>
            <pc:docMk/>
            <pc:sldMk cId="2764015099" sldId="275"/>
            <ac:spMk id="5" creationId="{960C9FF5-1894-156C-43F6-643A7F7A1C7D}"/>
          </ac:spMkLst>
        </pc:spChg>
        <pc:spChg chg="mod">
          <ac:chgData name="Marcus Ihlar" userId="3466507a-8f95-47f2-ae1b-ce7d6ca611a4" providerId="ADAL" clId="{3438F4FC-D214-4A35-B915-405844213C8B}" dt="2026-07-18T12:46:54.536" v="76" actId="790"/>
          <ac:spMkLst>
            <pc:docMk/>
            <pc:sldMk cId="2764015099" sldId="275"/>
            <ac:spMk id="6" creationId="{6920695F-6167-1262-6642-25DA132DE3A5}"/>
          </ac:spMkLst>
        </pc:spChg>
        <pc:spChg chg="mod">
          <ac:chgData name="Marcus Ihlar" userId="3466507a-8f95-47f2-ae1b-ce7d6ca611a4" providerId="ADAL" clId="{3438F4FC-D214-4A35-B915-405844213C8B}" dt="2026-07-18T12:46:54.536" v="77" actId="790"/>
          <ac:spMkLst>
            <pc:docMk/>
            <pc:sldMk cId="2764015099" sldId="275"/>
            <ac:spMk id="7" creationId="{BC97D6A3-2A1B-B7B5-18F3-AAE6753DE9A0}"/>
          </ac:spMkLst>
        </pc:spChg>
        <pc:spChg chg="mod">
          <ac:chgData name="Marcus Ihlar" userId="3466507a-8f95-47f2-ae1b-ce7d6ca611a4" providerId="ADAL" clId="{3438F4FC-D214-4A35-B915-405844213C8B}" dt="2026-07-18T12:46:54.536" v="78" actId="790"/>
          <ac:spMkLst>
            <pc:docMk/>
            <pc:sldMk cId="2764015099" sldId="275"/>
            <ac:spMk id="8" creationId="{6202CA28-A970-9BB6-1439-5404CEEE2A76}"/>
          </ac:spMkLst>
        </pc:spChg>
        <pc:spChg chg="mod">
          <ac:chgData name="Marcus Ihlar" userId="3466507a-8f95-47f2-ae1b-ce7d6ca611a4" providerId="ADAL" clId="{3438F4FC-D214-4A35-B915-405844213C8B}" dt="2026-07-18T12:46:54.536" v="79" actId="790"/>
          <ac:spMkLst>
            <pc:docMk/>
            <pc:sldMk cId="2764015099" sldId="275"/>
            <ac:spMk id="9" creationId="{DCF902B9-5E69-31D7-25EC-752D13E3EFDD}"/>
          </ac:spMkLst>
        </pc:spChg>
        <pc:spChg chg="mod">
          <ac:chgData name="Marcus Ihlar" userId="3466507a-8f95-47f2-ae1b-ce7d6ca611a4" providerId="ADAL" clId="{3438F4FC-D214-4A35-B915-405844213C8B}" dt="2026-07-18T12:46:54.536" v="80" actId="790"/>
          <ac:spMkLst>
            <pc:docMk/>
            <pc:sldMk cId="2764015099" sldId="275"/>
            <ac:spMk id="10" creationId="{B17F953D-E0FC-FBDA-737C-61CEA30CA4DB}"/>
          </ac:spMkLst>
        </pc:spChg>
        <pc:spChg chg="mod">
          <ac:chgData name="Marcus Ihlar" userId="3466507a-8f95-47f2-ae1b-ce7d6ca611a4" providerId="ADAL" clId="{3438F4FC-D214-4A35-B915-405844213C8B}" dt="2026-07-18T12:46:54.536" v="81" actId="790"/>
          <ac:spMkLst>
            <pc:docMk/>
            <pc:sldMk cId="2764015099" sldId="275"/>
            <ac:spMk id="11" creationId="{97434ACE-2B30-7758-3426-90110AA28D16}"/>
          </ac:spMkLst>
        </pc:spChg>
        <pc:spChg chg="mod">
          <ac:chgData name="Marcus Ihlar" userId="3466507a-8f95-47f2-ae1b-ce7d6ca611a4" providerId="ADAL" clId="{3438F4FC-D214-4A35-B915-405844213C8B}" dt="2026-07-18T12:46:54.542" v="82" actId="790"/>
          <ac:spMkLst>
            <pc:docMk/>
            <pc:sldMk cId="2764015099" sldId="275"/>
            <ac:spMk id="12" creationId="{0928E274-EB18-9086-75DE-0848F4DFBF52}"/>
          </ac:spMkLst>
        </pc:spChg>
        <pc:spChg chg="mod">
          <ac:chgData name="Marcus Ihlar" userId="3466507a-8f95-47f2-ae1b-ce7d6ca611a4" providerId="ADAL" clId="{3438F4FC-D214-4A35-B915-405844213C8B}" dt="2026-07-18T12:46:54.542" v="83" actId="790"/>
          <ac:spMkLst>
            <pc:docMk/>
            <pc:sldMk cId="2764015099" sldId="275"/>
            <ac:spMk id="16" creationId="{25F5E3B6-5C68-5F61-ECAD-EAF05BEF9815}"/>
          </ac:spMkLst>
        </pc:spChg>
        <pc:spChg chg="mod">
          <ac:chgData name="Marcus Ihlar" userId="3466507a-8f95-47f2-ae1b-ce7d6ca611a4" providerId="ADAL" clId="{3438F4FC-D214-4A35-B915-405844213C8B}" dt="2026-07-18T12:46:54.542" v="84" actId="790"/>
          <ac:spMkLst>
            <pc:docMk/>
            <pc:sldMk cId="2764015099" sldId="275"/>
            <ac:spMk id="18" creationId="{24A11324-0020-D7C3-051E-64471B9C5F6F}"/>
          </ac:spMkLst>
        </pc:spChg>
        <pc:spChg chg="mod">
          <ac:chgData name="Marcus Ihlar" userId="3466507a-8f95-47f2-ae1b-ce7d6ca611a4" providerId="ADAL" clId="{3438F4FC-D214-4A35-B915-405844213C8B}" dt="2026-07-18T12:46:54.542" v="85" actId="790"/>
          <ac:spMkLst>
            <pc:docMk/>
            <pc:sldMk cId="2764015099" sldId="275"/>
            <ac:spMk id="19" creationId="{C9AB8C0C-3ECB-1EC9-1916-6A4873A83BAD}"/>
          </ac:spMkLst>
        </pc:spChg>
        <pc:spChg chg="mod">
          <ac:chgData name="Marcus Ihlar" userId="3466507a-8f95-47f2-ae1b-ce7d6ca611a4" providerId="ADAL" clId="{3438F4FC-D214-4A35-B915-405844213C8B}" dt="2026-07-18T12:46:54.536" v="73" actId="790"/>
          <ac:spMkLst>
            <pc:docMk/>
            <pc:sldMk cId="2764015099" sldId="275"/>
            <ac:spMk id="21" creationId="{D86059CB-0938-6DE5-777D-0C8BDEED76D9}"/>
          </ac:spMkLst>
        </pc:spChg>
        <pc:spChg chg="mod">
          <ac:chgData name="Marcus Ihlar" userId="3466507a-8f95-47f2-ae1b-ce7d6ca611a4" providerId="ADAL" clId="{3438F4FC-D214-4A35-B915-405844213C8B}" dt="2026-07-18T12:46:54.542" v="86" actId="790"/>
          <ac:spMkLst>
            <pc:docMk/>
            <pc:sldMk cId="2764015099" sldId="275"/>
            <ac:spMk id="22" creationId="{FAC3E9BB-C227-E96B-3FEB-9ABF5D4273B9}"/>
          </ac:spMkLst>
        </pc:spChg>
        <pc:spChg chg="mod">
          <ac:chgData name="Marcus Ihlar" userId="3466507a-8f95-47f2-ae1b-ce7d6ca611a4" providerId="ADAL" clId="{3438F4FC-D214-4A35-B915-405844213C8B}" dt="2026-07-18T12:46:54.544" v="87" actId="790"/>
          <ac:spMkLst>
            <pc:docMk/>
            <pc:sldMk cId="2764015099" sldId="275"/>
            <ac:spMk id="24" creationId="{094B2021-F91A-99ED-75B0-508368A658F3}"/>
          </ac:spMkLst>
        </pc:spChg>
        <pc:spChg chg="mod">
          <ac:chgData name="Marcus Ihlar" userId="3466507a-8f95-47f2-ae1b-ce7d6ca611a4" providerId="ADAL" clId="{3438F4FC-D214-4A35-B915-405844213C8B}" dt="2026-07-18T12:46:54.544" v="88" actId="790"/>
          <ac:spMkLst>
            <pc:docMk/>
            <pc:sldMk cId="2764015099" sldId="275"/>
            <ac:spMk id="28" creationId="{BD07DC36-2136-521A-C5A7-4E3964B6C76C}"/>
          </ac:spMkLst>
        </pc:spChg>
      </pc:sldChg>
      <pc:sldChg chg="modSp mod">
        <pc:chgData name="Marcus Ihlar" userId="3466507a-8f95-47f2-ae1b-ce7d6ca611a4" providerId="ADAL" clId="{3438F4FC-D214-4A35-B915-405844213C8B}" dt="2026-07-18T12:46:54.547" v="92" actId="790"/>
        <pc:sldMkLst>
          <pc:docMk/>
          <pc:sldMk cId="1304617088" sldId="276"/>
        </pc:sldMkLst>
        <pc:spChg chg="mod">
          <ac:chgData name="Marcus Ihlar" userId="3466507a-8f95-47f2-ae1b-ce7d6ca611a4" providerId="ADAL" clId="{3438F4FC-D214-4A35-B915-405844213C8B}" dt="2026-07-18T12:46:54.546" v="91" actId="790"/>
          <ac:spMkLst>
            <pc:docMk/>
            <pc:sldMk cId="1304617088" sldId="276"/>
            <ac:spMk id="2" creationId="{0B636F9B-0102-026E-C2CA-976ADA350919}"/>
          </ac:spMkLst>
        </pc:spChg>
        <pc:spChg chg="mod">
          <ac:chgData name="Marcus Ihlar" userId="3466507a-8f95-47f2-ae1b-ce7d6ca611a4" providerId="ADAL" clId="{3438F4FC-D214-4A35-B915-405844213C8B}" dt="2026-07-18T12:46:54.547" v="92" actId="790"/>
          <ac:spMkLst>
            <pc:docMk/>
            <pc:sldMk cId="1304617088" sldId="276"/>
            <ac:spMk id="3" creationId="{A34535F1-01E7-D3B7-FF34-E094F215875B}"/>
          </ac:spMkLst>
        </pc:spChg>
      </pc:sldChg>
      <pc:sldChg chg="modSp mod">
        <pc:chgData name="Marcus Ihlar" userId="3466507a-8f95-47f2-ae1b-ce7d6ca611a4" providerId="ADAL" clId="{3438F4FC-D214-4A35-B915-405844213C8B}" dt="2026-07-18T12:46:54.549" v="94" actId="790"/>
        <pc:sldMkLst>
          <pc:docMk/>
          <pc:sldMk cId="161554356" sldId="277"/>
        </pc:sldMkLst>
        <pc:spChg chg="mod">
          <ac:chgData name="Marcus Ihlar" userId="3466507a-8f95-47f2-ae1b-ce7d6ca611a4" providerId="ADAL" clId="{3438F4FC-D214-4A35-B915-405844213C8B}" dt="2026-07-18T12:46:54.547" v="93" actId="790"/>
          <ac:spMkLst>
            <pc:docMk/>
            <pc:sldMk cId="161554356" sldId="277"/>
            <ac:spMk id="2" creationId="{6F2CC43D-F545-4DCB-8B43-E8EAFF8E4D4B}"/>
          </ac:spMkLst>
        </pc:spChg>
        <pc:spChg chg="mod">
          <ac:chgData name="Marcus Ihlar" userId="3466507a-8f95-47f2-ae1b-ce7d6ca611a4" providerId="ADAL" clId="{3438F4FC-D214-4A35-B915-405844213C8B}" dt="2026-07-18T12:46:54.549" v="94" actId="790"/>
          <ac:spMkLst>
            <pc:docMk/>
            <pc:sldMk cId="161554356" sldId="277"/>
            <ac:spMk id="3" creationId="{3FFE951D-D3C4-01B3-8CA5-D6CC1E7B8472}"/>
          </ac:spMkLst>
        </pc:spChg>
      </pc:sldChg>
      <pc:sldMasterChg chg="modSp mod modSldLayout">
        <pc:chgData name="Marcus Ihlar" userId="3466507a-8f95-47f2-ae1b-ce7d6ca611a4" providerId="ADAL" clId="{3438F4FC-D214-4A35-B915-405844213C8B}" dt="2026-07-18T12:46:55.206" v="263"/>
        <pc:sldMasterMkLst>
          <pc:docMk/>
          <pc:sldMasterMk cId="2523064765" sldId="2147483660"/>
        </pc:sldMasterMkLst>
        <pc:spChg chg="mod">
          <ac:chgData name="Marcus Ihlar" userId="3466507a-8f95-47f2-ae1b-ce7d6ca611a4" providerId="ADAL" clId="{3438F4FC-D214-4A35-B915-405844213C8B}" dt="2026-07-18T12:46:55.066" v="203" actId="790"/>
          <ac:spMkLst>
            <pc:docMk/>
            <pc:sldMasterMk cId="2523064765" sldId="2147483660"/>
            <ac:spMk id="8" creationId="{483145CE-A2DE-4236-A4F9-8AE088671CA5}"/>
          </ac:spMkLst>
        </pc:spChg>
        <pc:spChg chg="mod">
          <ac:chgData name="Marcus Ihlar" userId="3466507a-8f95-47f2-ae1b-ce7d6ca611a4" providerId="ADAL" clId="{3438F4FC-D214-4A35-B915-405844213C8B}" dt="2026-07-18T12:46:55.040" v="202" actId="790"/>
          <ac:spMkLst>
            <pc:docMk/>
            <pc:sldMasterMk cId="2523064765" sldId="2147483660"/>
            <ac:spMk id="21506" creationId="{00000000-0000-0000-0000-000000000000}"/>
          </ac:spMkLst>
        </pc:spChg>
        <pc:sldLayoutChg chg="modSp mod">
          <pc:chgData name="Marcus Ihlar" userId="3466507a-8f95-47f2-ae1b-ce7d6ca611a4" providerId="ADAL" clId="{3438F4FC-D214-4A35-B915-405844213C8B}" dt="2026-07-18T12:46:55.109" v="206"/>
          <pc:sldLayoutMkLst>
            <pc:docMk/>
            <pc:sldMasterMk cId="2523064765" sldId="2147483660"/>
            <pc:sldLayoutMk cId="1374575616" sldId="2147483661"/>
          </pc:sldLayoutMkLst>
          <pc:spChg chg="mod">
            <ac:chgData name="Marcus Ihlar" userId="3466507a-8f95-47f2-ae1b-ce7d6ca611a4" providerId="ADAL" clId="{3438F4FC-D214-4A35-B915-405844213C8B}" dt="2026-07-18T12:46:54.554" v="98" actId="790"/>
            <ac:spMkLst>
              <pc:docMk/>
              <pc:sldMasterMk cId="2523064765" sldId="2147483660"/>
              <pc:sldLayoutMk cId="1374575616" sldId="2147483661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09" v="206"/>
            <ac:spMkLst>
              <pc:docMk/>
              <pc:sldMasterMk cId="2523064765" sldId="2147483660"/>
              <pc:sldLayoutMk cId="1374575616" sldId="2147483661"/>
              <ac:spMk id="9" creationId="{72C1EE1F-EF94-4EBA-A010-8BC3D2F38C39}"/>
            </ac:spMkLst>
          </pc:spChg>
          <pc:spChg chg="mod">
            <ac:chgData name="Marcus Ihlar" userId="3466507a-8f95-47f2-ae1b-ce7d6ca611a4" providerId="ADAL" clId="{3438F4FC-D214-4A35-B915-405844213C8B}" dt="2026-07-18T12:46:54.554" v="99" actId="790"/>
            <ac:spMkLst>
              <pc:docMk/>
              <pc:sldMasterMk cId="2523064765" sldId="2147483660"/>
              <pc:sldLayoutMk cId="1374575616" sldId="2147483661"/>
              <ac:spMk id="12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4" v="100" actId="790"/>
            <ac:spMkLst>
              <pc:docMk/>
              <pc:sldMasterMk cId="2523064765" sldId="2147483660"/>
              <pc:sldLayoutMk cId="1374575616" sldId="2147483661"/>
              <ac:spMk id="1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2" v="97" actId="790"/>
            <ac:spMkLst>
              <pc:docMk/>
              <pc:sldMasterMk cId="2523064765" sldId="2147483660"/>
              <pc:sldLayoutMk cId="1374575616" sldId="2147483661"/>
              <ac:spMk id="22530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1" v="96" actId="790"/>
            <ac:spMkLst>
              <pc:docMk/>
              <pc:sldMasterMk cId="2523064765" sldId="2147483660"/>
              <pc:sldLayoutMk cId="1374575616" sldId="2147483661"/>
              <ac:spMk id="22531" creationId="{00000000-0000-0000-0000-00000000000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53" v="218"/>
          <pc:sldLayoutMkLst>
            <pc:docMk/>
            <pc:sldMasterMk cId="2523064765" sldId="2147483660"/>
            <pc:sldLayoutMk cId="3415456144" sldId="2147483673"/>
          </pc:sldLayoutMkLst>
          <pc:spChg chg="mod">
            <ac:chgData name="Marcus Ihlar" userId="3466507a-8f95-47f2-ae1b-ce7d6ca611a4" providerId="ADAL" clId="{3438F4FC-D214-4A35-B915-405844213C8B}" dt="2026-07-18T12:46:55.153" v="218"/>
            <ac:spMkLst>
              <pc:docMk/>
              <pc:sldMasterMk cId="2523064765" sldId="2147483660"/>
              <pc:sldLayoutMk cId="3415456144" sldId="2147483673"/>
              <ac:spMk id="3" creationId="{C44ECCE6-4D94-443E-8C20-CA233A5C0572}"/>
            </ac:spMkLst>
          </pc:spChg>
          <pc:spChg chg="mod">
            <ac:chgData name="Marcus Ihlar" userId="3466507a-8f95-47f2-ae1b-ce7d6ca611a4" providerId="ADAL" clId="{3438F4FC-D214-4A35-B915-405844213C8B}" dt="2026-07-18T12:46:54.557" v="112" actId="790"/>
            <ac:spMkLst>
              <pc:docMk/>
              <pc:sldMasterMk cId="2523064765" sldId="2147483660"/>
              <pc:sldLayoutMk cId="3415456144" sldId="2147483673"/>
              <ac:spMk id="4" creationId="{00000000-0000-0000-0000-00000000000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75" v="236"/>
          <pc:sldLayoutMkLst>
            <pc:docMk/>
            <pc:sldMasterMk cId="2523064765" sldId="2147483660"/>
            <pc:sldLayoutMk cId="675883818" sldId="2147483675"/>
          </pc:sldLayoutMkLst>
          <pc:spChg chg="mod">
            <ac:chgData name="Marcus Ihlar" userId="3466507a-8f95-47f2-ae1b-ce7d6ca611a4" providerId="ADAL" clId="{3438F4FC-D214-4A35-B915-405844213C8B}" dt="2026-07-18T12:46:54.588" v="132" actId="790"/>
            <ac:spMkLst>
              <pc:docMk/>
              <pc:sldMasterMk cId="2523064765" sldId="2147483660"/>
              <pc:sldLayoutMk cId="675883818" sldId="2147483675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88" v="133" actId="790"/>
            <ac:spMkLst>
              <pc:docMk/>
              <pc:sldMasterMk cId="2523064765" sldId="2147483660"/>
              <pc:sldLayoutMk cId="675883818" sldId="2147483675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88" v="131" actId="790"/>
            <ac:spMkLst>
              <pc:docMk/>
              <pc:sldMasterMk cId="2523064765" sldId="2147483660"/>
              <pc:sldLayoutMk cId="675883818" sldId="2147483675"/>
              <ac:spMk id="6" creationId="{891BF4C4-9DF9-4D9F-A738-37FBCD45AA68}"/>
            </ac:spMkLst>
          </pc:spChg>
          <pc:spChg chg="mod">
            <ac:chgData name="Marcus Ihlar" userId="3466507a-8f95-47f2-ae1b-ce7d6ca611a4" providerId="ADAL" clId="{3438F4FC-D214-4A35-B915-405844213C8B}" dt="2026-07-18T12:46:55.175" v="236"/>
            <ac:spMkLst>
              <pc:docMk/>
              <pc:sldMasterMk cId="2523064765" sldId="2147483660"/>
              <pc:sldLayoutMk cId="675883818" sldId="2147483675"/>
              <ac:spMk id="8" creationId="{53797230-5A6C-4718-8C90-CB9F2709B38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88" v="248"/>
          <pc:sldLayoutMkLst>
            <pc:docMk/>
            <pc:sldMasterMk cId="2523064765" sldId="2147483660"/>
            <pc:sldLayoutMk cId="2275899235" sldId="2147483678"/>
          </pc:sldLayoutMkLst>
          <pc:spChg chg="mod">
            <ac:chgData name="Marcus Ihlar" userId="3466507a-8f95-47f2-ae1b-ce7d6ca611a4" providerId="ADAL" clId="{3438F4FC-D214-4A35-B915-405844213C8B}" dt="2026-07-18T12:46:54.619" v="152" actId="790"/>
            <ac:spMkLst>
              <pc:docMk/>
              <pc:sldMasterMk cId="2523064765" sldId="2147483660"/>
              <pc:sldLayoutMk cId="2275899235" sldId="2147483678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9" v="153" actId="790"/>
            <ac:spMkLst>
              <pc:docMk/>
              <pc:sldMasterMk cId="2523064765" sldId="2147483660"/>
              <pc:sldLayoutMk cId="2275899235" sldId="2147483678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4" v="151" actId="790"/>
            <ac:spMkLst>
              <pc:docMk/>
              <pc:sldMasterMk cId="2523064765" sldId="2147483660"/>
              <pc:sldLayoutMk cId="2275899235" sldId="2147483678"/>
              <ac:spMk id="7" creationId="{F4D71A67-F349-4E68-B7B8-D53CE323A764}"/>
            </ac:spMkLst>
          </pc:spChg>
          <pc:spChg chg="mod">
            <ac:chgData name="Marcus Ihlar" userId="3466507a-8f95-47f2-ae1b-ce7d6ca611a4" providerId="ADAL" clId="{3438F4FC-D214-4A35-B915-405844213C8B}" dt="2026-07-18T12:46:54.619" v="154" actId="790"/>
            <ac:spMkLst>
              <pc:docMk/>
              <pc:sldMasterMk cId="2523064765" sldId="2147483660"/>
              <pc:sldLayoutMk cId="2275899235" sldId="2147483678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9" v="155" actId="790"/>
            <ac:spMkLst>
              <pc:docMk/>
              <pc:sldMasterMk cId="2523064765" sldId="2147483660"/>
              <pc:sldLayoutMk cId="2275899235" sldId="2147483678"/>
              <ac:spMk id="9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88" v="248"/>
            <ac:spMkLst>
              <pc:docMk/>
              <pc:sldMasterMk cId="2523064765" sldId="2147483660"/>
              <pc:sldLayoutMk cId="2275899235" sldId="2147483678"/>
              <ac:spMk id="11" creationId="{A55C34B4-681E-4FDA-A9BB-6BC31D94C8D6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202" v="260"/>
          <pc:sldLayoutMkLst>
            <pc:docMk/>
            <pc:sldMasterMk cId="2523064765" sldId="2147483660"/>
            <pc:sldLayoutMk cId="1436988196" sldId="2147483681"/>
          </pc:sldLayoutMkLst>
          <pc:spChg chg="mod">
            <ac:chgData name="Marcus Ihlar" userId="3466507a-8f95-47f2-ae1b-ce7d6ca611a4" providerId="ADAL" clId="{3438F4FC-D214-4A35-B915-405844213C8B}" dt="2026-07-18T12:46:54.651" v="178" actId="790"/>
            <ac:spMkLst>
              <pc:docMk/>
              <pc:sldMasterMk cId="2523064765" sldId="2147483660"/>
              <pc:sldLayoutMk cId="1436988196" sldId="2147483681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9" actId="790"/>
            <ac:spMkLst>
              <pc:docMk/>
              <pc:sldMasterMk cId="2523064765" sldId="2147483660"/>
              <pc:sldLayoutMk cId="1436988196" sldId="2147483681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80" actId="790"/>
            <ac:spMkLst>
              <pc:docMk/>
              <pc:sldMasterMk cId="2523064765" sldId="2147483660"/>
              <pc:sldLayoutMk cId="1436988196" sldId="2147483681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1" actId="790"/>
            <ac:spMkLst>
              <pc:docMk/>
              <pc:sldMasterMk cId="2523064765" sldId="2147483660"/>
              <pc:sldLayoutMk cId="1436988196" sldId="2147483681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3" actId="790"/>
            <ac:spMkLst>
              <pc:docMk/>
              <pc:sldMasterMk cId="2523064765" sldId="2147483660"/>
              <pc:sldLayoutMk cId="1436988196" sldId="2147483681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2" actId="790"/>
            <ac:spMkLst>
              <pc:docMk/>
              <pc:sldMasterMk cId="2523064765" sldId="2147483660"/>
              <pc:sldLayoutMk cId="1436988196" sldId="2147483681"/>
              <ac:spMk id="9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5" actId="790"/>
            <ac:spMkLst>
              <pc:docMk/>
              <pc:sldMasterMk cId="2523064765" sldId="2147483660"/>
              <pc:sldLayoutMk cId="1436988196" sldId="2147483681"/>
              <ac:spMk id="10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4" actId="790"/>
            <ac:spMkLst>
              <pc:docMk/>
              <pc:sldMasterMk cId="2523064765" sldId="2147483660"/>
              <pc:sldLayoutMk cId="1436988196" sldId="2147483681"/>
              <ac:spMk id="11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7" actId="790"/>
            <ac:spMkLst>
              <pc:docMk/>
              <pc:sldMasterMk cId="2523064765" sldId="2147483660"/>
              <pc:sldLayoutMk cId="1436988196" sldId="2147483681"/>
              <ac:spMk id="13" creationId="{99858DC4-E787-41D2-A613-961D60F89117}"/>
            </ac:spMkLst>
          </pc:spChg>
          <pc:spChg chg="mod">
            <ac:chgData name="Marcus Ihlar" userId="3466507a-8f95-47f2-ae1b-ce7d6ca611a4" providerId="ADAL" clId="{3438F4FC-D214-4A35-B915-405844213C8B}" dt="2026-07-18T12:46:55.202" v="260"/>
            <ac:spMkLst>
              <pc:docMk/>
              <pc:sldMasterMk cId="2523064765" sldId="2147483660"/>
              <pc:sldLayoutMk cId="1436988196" sldId="2147483681"/>
              <ac:spMk id="14" creationId="{089CBEB5-348B-49F3-8F8B-FDEE08950E37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95" v="254"/>
          <pc:sldLayoutMkLst>
            <pc:docMk/>
            <pc:sldMasterMk cId="2523064765" sldId="2147483660"/>
            <pc:sldLayoutMk cId="2548612008" sldId="2147483690"/>
          </pc:sldLayoutMkLst>
          <pc:spChg chg="mod">
            <ac:chgData name="Marcus Ihlar" userId="3466507a-8f95-47f2-ae1b-ce7d6ca611a4" providerId="ADAL" clId="{3438F4FC-D214-4A35-B915-405844213C8B}" dt="2026-07-18T12:46:54.630" v="165" actId="790"/>
            <ac:spMkLst>
              <pc:docMk/>
              <pc:sldMasterMk cId="2523064765" sldId="2147483660"/>
              <pc:sldLayoutMk cId="2548612008" sldId="2147483690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40" v="166" actId="790"/>
            <ac:spMkLst>
              <pc:docMk/>
              <pc:sldMasterMk cId="2523064765" sldId="2147483660"/>
              <pc:sldLayoutMk cId="2548612008" sldId="2147483690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40" v="167" actId="790"/>
            <ac:spMkLst>
              <pc:docMk/>
              <pc:sldMasterMk cId="2523064765" sldId="2147483660"/>
              <pc:sldLayoutMk cId="2548612008" sldId="2147483690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40" v="168" actId="790"/>
            <ac:spMkLst>
              <pc:docMk/>
              <pc:sldMasterMk cId="2523064765" sldId="2147483660"/>
              <pc:sldLayoutMk cId="2548612008" sldId="2147483690"/>
              <ac:spMk id="7" creationId="{5BD2C41D-0700-4885-AB77-25AFFE4E1FDA}"/>
            </ac:spMkLst>
          </pc:spChg>
          <pc:spChg chg="mod">
            <ac:chgData name="Marcus Ihlar" userId="3466507a-8f95-47f2-ae1b-ce7d6ca611a4" providerId="ADAL" clId="{3438F4FC-D214-4A35-B915-405844213C8B}" dt="2026-07-18T12:46:54.630" v="164" actId="790"/>
            <ac:spMkLst>
              <pc:docMk/>
              <pc:sldMasterMk cId="2523064765" sldId="2147483660"/>
              <pc:sldLayoutMk cId="2548612008" sldId="2147483690"/>
              <ac:spMk id="9" creationId="{2C948968-FB06-45CC-8259-6BDE4430EACB}"/>
            </ac:spMkLst>
          </pc:spChg>
          <pc:spChg chg="mod">
            <ac:chgData name="Marcus Ihlar" userId="3466507a-8f95-47f2-ae1b-ce7d6ca611a4" providerId="ADAL" clId="{3438F4FC-D214-4A35-B915-405844213C8B}" dt="2026-07-18T12:46:55.195" v="254"/>
            <ac:spMkLst>
              <pc:docMk/>
              <pc:sldMasterMk cId="2523064765" sldId="2147483660"/>
              <pc:sldLayoutMk cId="2548612008" sldId="2147483690"/>
              <ac:spMk id="10" creationId="{549048C1-340D-44C4-857B-1B201EC9A7E7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4.688" v="198" actId="790"/>
          <pc:sldLayoutMkLst>
            <pc:docMk/>
            <pc:sldMasterMk cId="2523064765" sldId="2147483660"/>
            <pc:sldLayoutMk cId="576168519" sldId="2147483692"/>
          </pc:sldLayoutMkLst>
          <pc:spChg chg="mod">
            <ac:chgData name="Marcus Ihlar" userId="3466507a-8f95-47f2-ae1b-ce7d6ca611a4" providerId="ADAL" clId="{3438F4FC-D214-4A35-B915-405844213C8B}" dt="2026-07-18T12:46:54.688" v="198" actId="790"/>
            <ac:spMkLst>
              <pc:docMk/>
              <pc:sldMasterMk cId="2523064765" sldId="2147483660"/>
              <pc:sldLayoutMk cId="576168519" sldId="2147483692"/>
              <ac:spMk id="9" creationId="{B200748E-0B61-48E1-8B47-504C30250995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67" v="230"/>
          <pc:sldLayoutMkLst>
            <pc:docMk/>
            <pc:sldMasterMk cId="2523064765" sldId="2147483660"/>
            <pc:sldLayoutMk cId="3607999529" sldId="2147483694"/>
          </pc:sldLayoutMkLst>
          <pc:spChg chg="mod">
            <ac:chgData name="Marcus Ihlar" userId="3466507a-8f95-47f2-ae1b-ce7d6ca611a4" providerId="ADAL" clId="{3438F4FC-D214-4A35-B915-405844213C8B}" dt="2026-07-18T12:46:54.577" v="125" actId="790"/>
            <ac:spMkLst>
              <pc:docMk/>
              <pc:sldMasterMk cId="2523064765" sldId="2147483660"/>
              <pc:sldLayoutMk cId="3607999529" sldId="2147483694"/>
              <ac:spMk id="4" creationId="{784F54AF-EED6-486A-9ACA-42061F4AAE9A}"/>
            </ac:spMkLst>
          </pc:spChg>
          <pc:spChg chg="mod">
            <ac:chgData name="Marcus Ihlar" userId="3466507a-8f95-47f2-ae1b-ce7d6ca611a4" providerId="ADAL" clId="{3438F4FC-D214-4A35-B915-405844213C8B}" dt="2026-07-18T12:46:54.577" v="124" actId="790"/>
            <ac:spMkLst>
              <pc:docMk/>
              <pc:sldMasterMk cId="2523064765" sldId="2147483660"/>
              <pc:sldLayoutMk cId="3607999529" sldId="2147483694"/>
              <ac:spMk id="6" creationId="{3F4EF873-DC0F-4698-BEC2-502DB043AA5C}"/>
            </ac:spMkLst>
          </pc:spChg>
          <pc:spChg chg="mod">
            <ac:chgData name="Marcus Ihlar" userId="3466507a-8f95-47f2-ae1b-ce7d6ca611a4" providerId="ADAL" clId="{3438F4FC-D214-4A35-B915-405844213C8B}" dt="2026-07-18T12:46:55.167" v="230"/>
            <ac:spMkLst>
              <pc:docMk/>
              <pc:sldMasterMk cId="2523064765" sldId="2147483660"/>
              <pc:sldLayoutMk cId="3607999529" sldId="2147483694"/>
              <ac:spMk id="7" creationId="{DB8BC610-C1B0-4C6A-B5C2-80DA487CE5DE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81" v="242"/>
          <pc:sldLayoutMkLst>
            <pc:docMk/>
            <pc:sldMasterMk cId="2523064765" sldId="2147483660"/>
            <pc:sldLayoutMk cId="3545725332" sldId="2147483696"/>
          </pc:sldLayoutMkLst>
          <pc:spChg chg="mod">
            <ac:chgData name="Marcus Ihlar" userId="3466507a-8f95-47f2-ae1b-ce7d6ca611a4" providerId="ADAL" clId="{3438F4FC-D214-4A35-B915-405844213C8B}" dt="2026-07-18T12:46:54.598" v="141" actId="790"/>
            <ac:spMkLst>
              <pc:docMk/>
              <pc:sldMasterMk cId="2523064765" sldId="2147483660"/>
              <pc:sldLayoutMk cId="3545725332" sldId="2147483696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98" v="143" actId="790"/>
            <ac:spMkLst>
              <pc:docMk/>
              <pc:sldMasterMk cId="2523064765" sldId="2147483660"/>
              <pc:sldLayoutMk cId="3545725332" sldId="2147483696"/>
              <ac:spMk id="7" creationId="{8E3794F8-471D-4987-945F-3C29BB03AB49}"/>
            </ac:spMkLst>
          </pc:spChg>
          <pc:spChg chg="mod">
            <ac:chgData name="Marcus Ihlar" userId="3466507a-8f95-47f2-ae1b-ce7d6ca611a4" providerId="ADAL" clId="{3438F4FC-D214-4A35-B915-405844213C8B}" dt="2026-07-18T12:46:54.598" v="142" actId="790"/>
            <ac:spMkLst>
              <pc:docMk/>
              <pc:sldMasterMk cId="2523064765" sldId="2147483660"/>
              <pc:sldLayoutMk cId="3545725332" sldId="2147483696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81" v="242"/>
            <ac:spMkLst>
              <pc:docMk/>
              <pc:sldMasterMk cId="2523064765" sldId="2147483660"/>
              <pc:sldLayoutMk cId="3545725332" sldId="2147483696"/>
              <ac:spMk id="9" creationId="{2C8570FA-FAA3-4EFA-A4F1-01C285AE39DE}"/>
            </ac:spMkLst>
          </pc:spChg>
          <pc:spChg chg="mod">
            <ac:chgData name="Marcus Ihlar" userId="3466507a-8f95-47f2-ae1b-ce7d6ca611a4" providerId="ADAL" clId="{3438F4FC-D214-4A35-B915-405844213C8B}" dt="2026-07-18T12:46:54.598" v="140" actId="790"/>
            <ac:spMkLst>
              <pc:docMk/>
              <pc:sldMasterMk cId="2523064765" sldId="2147483660"/>
              <pc:sldLayoutMk cId="3545725332" sldId="2147483696"/>
              <ac:spMk id="10" creationId="{6B686A21-AA96-4B0A-B7CE-F4C6D5D31B3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040" v="201" actId="790"/>
          <pc:sldLayoutMkLst>
            <pc:docMk/>
            <pc:sldMasterMk cId="2523064765" sldId="2147483660"/>
            <pc:sldLayoutMk cId="1410470591" sldId="2147483705"/>
          </pc:sldLayoutMkLst>
          <pc:spChg chg="mod">
            <ac:chgData name="Marcus Ihlar" userId="3466507a-8f95-47f2-ae1b-ce7d6ca611a4" providerId="ADAL" clId="{3438F4FC-D214-4A35-B915-405844213C8B}" dt="2026-07-18T12:46:55.040" v="201" actId="790"/>
            <ac:spMkLst>
              <pc:docMk/>
              <pc:sldMasterMk cId="2523064765" sldId="2147483660"/>
              <pc:sldLayoutMk cId="1410470591" sldId="2147483705"/>
              <ac:spMk id="5" creationId="{99AF35DD-3E5E-42CB-AFA5-5E09E14F72A4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61" v="224"/>
          <pc:sldLayoutMkLst>
            <pc:docMk/>
            <pc:sldMasterMk cId="2523064765" sldId="2147483660"/>
            <pc:sldLayoutMk cId="3443338964" sldId="2147483706"/>
          </pc:sldLayoutMkLst>
          <pc:spChg chg="mod">
            <ac:chgData name="Marcus Ihlar" userId="3466507a-8f95-47f2-ae1b-ce7d6ca611a4" providerId="ADAL" clId="{3438F4FC-D214-4A35-B915-405844213C8B}" dt="2026-07-18T12:46:54.567" v="118" actId="790"/>
            <ac:spMkLst>
              <pc:docMk/>
              <pc:sldMasterMk cId="2523064765" sldId="2147483660"/>
              <pc:sldLayoutMk cId="3443338964" sldId="2147483706"/>
              <ac:spMk id="3" creationId="{810CFEFC-6AC8-4817-A0D3-6029D48BD293}"/>
            </ac:spMkLst>
          </pc:spChg>
          <pc:spChg chg="mod">
            <ac:chgData name="Marcus Ihlar" userId="3466507a-8f95-47f2-ae1b-ce7d6ca611a4" providerId="ADAL" clId="{3438F4FC-D214-4A35-B915-405844213C8B}" dt="2026-07-18T12:46:54.567" v="117" actId="790"/>
            <ac:spMkLst>
              <pc:docMk/>
              <pc:sldMasterMk cId="2523064765" sldId="2147483660"/>
              <pc:sldLayoutMk cId="3443338964" sldId="2147483706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61" v="224"/>
            <ac:spMkLst>
              <pc:docMk/>
              <pc:sldMasterMk cId="2523064765" sldId="2147483660"/>
              <pc:sldLayoutMk cId="3443338964" sldId="2147483706"/>
              <ac:spMk id="8" creationId="{C2AD0284-E6BA-49D8-AB3F-D94DBB1D54F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44" v="212"/>
          <pc:sldLayoutMkLst>
            <pc:docMk/>
            <pc:sldMasterMk cId="2523064765" sldId="2147483660"/>
            <pc:sldLayoutMk cId="395415313" sldId="2147483707"/>
          </pc:sldLayoutMkLst>
          <pc:spChg chg="mod">
            <ac:chgData name="Marcus Ihlar" userId="3466507a-8f95-47f2-ae1b-ce7d6ca611a4" providerId="ADAL" clId="{3438F4FC-D214-4A35-B915-405844213C8B}" dt="2026-07-18T12:46:55.144" v="212"/>
            <ac:spMkLst>
              <pc:docMk/>
              <pc:sldMasterMk cId="2523064765" sldId="2147483660"/>
              <pc:sldLayoutMk cId="395415313" sldId="2147483707"/>
              <ac:spMk id="2" creationId="{69F42FFA-3DFB-4DB2-A942-F02200203C8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49" v="215"/>
          <pc:sldLayoutMkLst>
            <pc:docMk/>
            <pc:sldMasterMk cId="2523064765" sldId="2147483660"/>
            <pc:sldLayoutMk cId="3084474769" sldId="2147483709"/>
          </pc:sldLayoutMkLst>
          <pc:spChg chg="mod">
            <ac:chgData name="Marcus Ihlar" userId="3466507a-8f95-47f2-ae1b-ce7d6ca611a4" providerId="ADAL" clId="{3438F4FC-D214-4A35-B915-405844213C8B}" dt="2026-07-18T12:46:54.557" v="110" actId="790"/>
            <ac:spMkLst>
              <pc:docMk/>
              <pc:sldMasterMk cId="2523064765" sldId="2147483660"/>
              <pc:sldLayoutMk cId="3084474769" sldId="2147483709"/>
              <ac:spMk id="3" creationId="{E6869961-F931-4F1E-9FB3-8587EBA3F36F}"/>
            </ac:spMkLst>
          </pc:spChg>
          <pc:spChg chg="mod">
            <ac:chgData name="Marcus Ihlar" userId="3466507a-8f95-47f2-ae1b-ce7d6ca611a4" providerId="ADAL" clId="{3438F4FC-D214-4A35-B915-405844213C8B}" dt="2026-07-18T12:46:55.149" v="215"/>
            <ac:spMkLst>
              <pc:docMk/>
              <pc:sldMasterMk cId="2523064765" sldId="2147483660"/>
              <pc:sldLayoutMk cId="3084474769" sldId="2147483709"/>
              <ac:spMk id="5" creationId="{203FD5EF-20DB-46AB-B412-DF9112353719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38" v="209"/>
          <pc:sldLayoutMkLst>
            <pc:docMk/>
            <pc:sldMasterMk cId="2523064765" sldId="2147483660"/>
            <pc:sldLayoutMk cId="1482301504" sldId="2147483710"/>
          </pc:sldLayoutMkLst>
          <pc:spChg chg="mod">
            <ac:chgData name="Marcus Ihlar" userId="3466507a-8f95-47f2-ae1b-ce7d6ca611a4" providerId="ADAL" clId="{3438F4FC-D214-4A35-B915-405844213C8B}" dt="2026-07-18T12:46:54.557" v="105" actId="790"/>
            <ac:spMkLst>
              <pc:docMk/>
              <pc:sldMasterMk cId="2523064765" sldId="2147483660"/>
              <pc:sldLayoutMk cId="1482301504" sldId="2147483710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7" v="102" actId="790"/>
            <ac:spMkLst>
              <pc:docMk/>
              <pc:sldMasterMk cId="2523064765" sldId="2147483660"/>
              <pc:sldLayoutMk cId="1482301504" sldId="2147483710"/>
              <ac:spMk id="4" creationId="{A103FF1A-D345-1C56-590F-D823A889B028}"/>
            </ac:spMkLst>
          </pc:spChg>
          <pc:spChg chg="mod">
            <ac:chgData name="Marcus Ihlar" userId="3466507a-8f95-47f2-ae1b-ce7d6ca611a4" providerId="ADAL" clId="{3438F4FC-D214-4A35-B915-405844213C8B}" dt="2026-07-18T12:46:55.138" v="209"/>
            <ac:spMkLst>
              <pc:docMk/>
              <pc:sldMasterMk cId="2523064765" sldId="2147483660"/>
              <pc:sldLayoutMk cId="1482301504" sldId="2147483710"/>
              <ac:spMk id="9" creationId="{72C1EE1F-EF94-4EBA-A010-8BC3D2F38C39}"/>
            </ac:spMkLst>
          </pc:spChg>
          <pc:spChg chg="mod">
            <ac:chgData name="Marcus Ihlar" userId="3466507a-8f95-47f2-ae1b-ce7d6ca611a4" providerId="ADAL" clId="{3438F4FC-D214-4A35-B915-405844213C8B}" dt="2026-07-18T12:46:54.557" v="106" actId="790"/>
            <ac:spMkLst>
              <pc:docMk/>
              <pc:sldMasterMk cId="2523064765" sldId="2147483660"/>
              <pc:sldLayoutMk cId="1482301504" sldId="2147483710"/>
              <ac:spMk id="12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7" v="107" actId="790"/>
            <ac:spMkLst>
              <pc:docMk/>
              <pc:sldMasterMk cId="2523064765" sldId="2147483660"/>
              <pc:sldLayoutMk cId="1482301504" sldId="2147483710"/>
              <ac:spMk id="1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7" v="104" actId="790"/>
            <ac:spMkLst>
              <pc:docMk/>
              <pc:sldMasterMk cId="2523064765" sldId="2147483660"/>
              <pc:sldLayoutMk cId="1482301504" sldId="2147483710"/>
              <ac:spMk id="22530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57" v="103" actId="790"/>
            <ac:spMkLst>
              <pc:docMk/>
              <pc:sldMasterMk cId="2523064765" sldId="2147483660"/>
              <pc:sldLayoutMk cId="1482301504" sldId="2147483710"/>
              <ac:spMk id="22531" creationId="{00000000-0000-0000-0000-00000000000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57" v="221"/>
          <pc:sldLayoutMkLst>
            <pc:docMk/>
            <pc:sldMasterMk cId="2523064765" sldId="2147483660"/>
            <pc:sldLayoutMk cId="1686204470" sldId="2147483712"/>
          </pc:sldLayoutMkLst>
          <pc:spChg chg="mod">
            <ac:chgData name="Marcus Ihlar" userId="3466507a-8f95-47f2-ae1b-ce7d6ca611a4" providerId="ADAL" clId="{3438F4FC-D214-4A35-B915-405844213C8B}" dt="2026-07-18T12:46:54.567" v="114" actId="790"/>
            <ac:spMkLst>
              <pc:docMk/>
              <pc:sldMasterMk cId="2523064765" sldId="2147483660"/>
              <pc:sldLayoutMk cId="1686204470" sldId="2147483712"/>
              <ac:spMk id="2" creationId="{D9A6888F-AC26-BA8F-0055-E808E294C9D7}"/>
            </ac:spMkLst>
          </pc:spChg>
          <pc:spChg chg="mod">
            <ac:chgData name="Marcus Ihlar" userId="3466507a-8f95-47f2-ae1b-ce7d6ca611a4" providerId="ADAL" clId="{3438F4FC-D214-4A35-B915-405844213C8B}" dt="2026-07-18T12:46:55.157" v="221"/>
            <ac:spMkLst>
              <pc:docMk/>
              <pc:sldMasterMk cId="2523064765" sldId="2147483660"/>
              <pc:sldLayoutMk cId="1686204470" sldId="2147483712"/>
              <ac:spMk id="3" creationId="{C44ECCE6-4D94-443E-8C20-CA233A5C0572}"/>
            </ac:spMkLst>
          </pc:spChg>
          <pc:spChg chg="mod">
            <ac:chgData name="Marcus Ihlar" userId="3466507a-8f95-47f2-ae1b-ce7d6ca611a4" providerId="ADAL" clId="{3438F4FC-D214-4A35-B915-405844213C8B}" dt="2026-07-18T12:46:54.567" v="115" actId="790"/>
            <ac:spMkLst>
              <pc:docMk/>
              <pc:sldMasterMk cId="2523064765" sldId="2147483660"/>
              <pc:sldLayoutMk cId="1686204470" sldId="2147483712"/>
              <ac:spMk id="4" creationId="{00000000-0000-0000-0000-00000000000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65" v="227"/>
          <pc:sldLayoutMkLst>
            <pc:docMk/>
            <pc:sldMasterMk cId="2523064765" sldId="2147483660"/>
            <pc:sldLayoutMk cId="2362386503" sldId="2147483713"/>
          </pc:sldLayoutMkLst>
          <pc:spChg chg="mod">
            <ac:chgData name="Marcus Ihlar" userId="3466507a-8f95-47f2-ae1b-ce7d6ca611a4" providerId="ADAL" clId="{3438F4FC-D214-4A35-B915-405844213C8B}" dt="2026-07-18T12:46:54.567" v="120" actId="790"/>
            <ac:spMkLst>
              <pc:docMk/>
              <pc:sldMasterMk cId="2523064765" sldId="2147483660"/>
              <pc:sldLayoutMk cId="2362386503" sldId="2147483713"/>
              <ac:spMk id="2" creationId="{17697191-0A85-B8C8-9EEC-2BBBCA05BA94}"/>
            </ac:spMkLst>
          </pc:spChg>
          <pc:spChg chg="mod">
            <ac:chgData name="Marcus Ihlar" userId="3466507a-8f95-47f2-ae1b-ce7d6ca611a4" providerId="ADAL" clId="{3438F4FC-D214-4A35-B915-405844213C8B}" dt="2026-07-18T12:46:54.577" v="122" actId="790"/>
            <ac:spMkLst>
              <pc:docMk/>
              <pc:sldMasterMk cId="2523064765" sldId="2147483660"/>
              <pc:sldLayoutMk cId="2362386503" sldId="2147483713"/>
              <ac:spMk id="3" creationId="{810CFEFC-6AC8-4817-A0D3-6029D48BD293}"/>
            </ac:spMkLst>
          </pc:spChg>
          <pc:spChg chg="mod">
            <ac:chgData name="Marcus Ihlar" userId="3466507a-8f95-47f2-ae1b-ce7d6ca611a4" providerId="ADAL" clId="{3438F4FC-D214-4A35-B915-405844213C8B}" dt="2026-07-18T12:46:54.567" v="121" actId="790"/>
            <ac:spMkLst>
              <pc:docMk/>
              <pc:sldMasterMk cId="2523064765" sldId="2147483660"/>
              <pc:sldLayoutMk cId="2362386503" sldId="2147483713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65" v="227"/>
            <ac:spMkLst>
              <pc:docMk/>
              <pc:sldMasterMk cId="2523064765" sldId="2147483660"/>
              <pc:sldLayoutMk cId="2362386503" sldId="2147483713"/>
              <ac:spMk id="8" creationId="{C2AD0284-E6BA-49D8-AB3F-D94DBB1D54F0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70" v="233"/>
          <pc:sldLayoutMkLst>
            <pc:docMk/>
            <pc:sldMasterMk cId="2523064765" sldId="2147483660"/>
            <pc:sldLayoutMk cId="1662761648" sldId="2147483714"/>
          </pc:sldLayoutMkLst>
          <pc:spChg chg="mod">
            <ac:chgData name="Marcus Ihlar" userId="3466507a-8f95-47f2-ae1b-ce7d6ca611a4" providerId="ADAL" clId="{3438F4FC-D214-4A35-B915-405844213C8B}" dt="2026-07-18T12:46:54.583" v="127" actId="790"/>
            <ac:spMkLst>
              <pc:docMk/>
              <pc:sldMasterMk cId="2523064765" sldId="2147483660"/>
              <pc:sldLayoutMk cId="1662761648" sldId="2147483714"/>
              <ac:spMk id="2" creationId="{C8FC9BDE-AACF-FAD9-0569-2308D75B1812}"/>
            </ac:spMkLst>
          </pc:spChg>
          <pc:spChg chg="mod">
            <ac:chgData name="Marcus Ihlar" userId="3466507a-8f95-47f2-ae1b-ce7d6ca611a4" providerId="ADAL" clId="{3438F4FC-D214-4A35-B915-405844213C8B}" dt="2026-07-18T12:46:54.583" v="129" actId="790"/>
            <ac:spMkLst>
              <pc:docMk/>
              <pc:sldMasterMk cId="2523064765" sldId="2147483660"/>
              <pc:sldLayoutMk cId="1662761648" sldId="2147483714"/>
              <ac:spMk id="4" creationId="{784F54AF-EED6-486A-9ACA-42061F4AAE9A}"/>
            </ac:spMkLst>
          </pc:spChg>
          <pc:spChg chg="mod">
            <ac:chgData name="Marcus Ihlar" userId="3466507a-8f95-47f2-ae1b-ce7d6ca611a4" providerId="ADAL" clId="{3438F4FC-D214-4A35-B915-405844213C8B}" dt="2026-07-18T12:46:54.583" v="128" actId="790"/>
            <ac:spMkLst>
              <pc:docMk/>
              <pc:sldMasterMk cId="2523064765" sldId="2147483660"/>
              <pc:sldLayoutMk cId="1662761648" sldId="2147483714"/>
              <ac:spMk id="6" creationId="{3F4EF873-DC0F-4698-BEC2-502DB043AA5C}"/>
            </ac:spMkLst>
          </pc:spChg>
          <pc:spChg chg="mod">
            <ac:chgData name="Marcus Ihlar" userId="3466507a-8f95-47f2-ae1b-ce7d6ca611a4" providerId="ADAL" clId="{3438F4FC-D214-4A35-B915-405844213C8B}" dt="2026-07-18T12:46:55.170" v="233"/>
            <ac:spMkLst>
              <pc:docMk/>
              <pc:sldMasterMk cId="2523064765" sldId="2147483660"/>
              <pc:sldLayoutMk cId="1662761648" sldId="2147483714"/>
              <ac:spMk id="7" creationId="{DB8BC610-C1B0-4C6A-B5C2-80DA487CE5DE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85" v="245"/>
          <pc:sldLayoutMkLst>
            <pc:docMk/>
            <pc:sldMasterMk cId="2523064765" sldId="2147483660"/>
            <pc:sldLayoutMk cId="3539499238" sldId="2147483715"/>
          </pc:sldLayoutMkLst>
          <pc:spChg chg="mod">
            <ac:chgData name="Marcus Ihlar" userId="3466507a-8f95-47f2-ae1b-ce7d6ca611a4" providerId="ADAL" clId="{3438F4FC-D214-4A35-B915-405844213C8B}" dt="2026-07-18T12:46:54.607" v="145" actId="790"/>
            <ac:spMkLst>
              <pc:docMk/>
              <pc:sldMasterMk cId="2523064765" sldId="2147483660"/>
              <pc:sldLayoutMk cId="3539499238" sldId="2147483715"/>
              <ac:spMk id="2" creationId="{09FDE7F6-BBC9-8CC3-CB40-B28724FF07BC}"/>
            </ac:spMkLst>
          </pc:spChg>
          <pc:spChg chg="mod">
            <ac:chgData name="Marcus Ihlar" userId="3466507a-8f95-47f2-ae1b-ce7d6ca611a4" providerId="ADAL" clId="{3438F4FC-D214-4A35-B915-405844213C8B}" dt="2026-07-18T12:46:54.609" v="147" actId="790"/>
            <ac:spMkLst>
              <pc:docMk/>
              <pc:sldMasterMk cId="2523064765" sldId="2147483660"/>
              <pc:sldLayoutMk cId="3539499238" sldId="2147483715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4" v="149" actId="790"/>
            <ac:spMkLst>
              <pc:docMk/>
              <pc:sldMasterMk cId="2523064765" sldId="2147483660"/>
              <pc:sldLayoutMk cId="3539499238" sldId="2147483715"/>
              <ac:spMk id="7" creationId="{8E3794F8-471D-4987-945F-3C29BB03AB49}"/>
            </ac:spMkLst>
          </pc:spChg>
          <pc:spChg chg="mod">
            <ac:chgData name="Marcus Ihlar" userId="3466507a-8f95-47f2-ae1b-ce7d6ca611a4" providerId="ADAL" clId="{3438F4FC-D214-4A35-B915-405844213C8B}" dt="2026-07-18T12:46:54.609" v="148" actId="790"/>
            <ac:spMkLst>
              <pc:docMk/>
              <pc:sldMasterMk cId="2523064765" sldId="2147483660"/>
              <pc:sldLayoutMk cId="3539499238" sldId="2147483715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85" v="245"/>
            <ac:spMkLst>
              <pc:docMk/>
              <pc:sldMasterMk cId="2523064765" sldId="2147483660"/>
              <pc:sldLayoutMk cId="3539499238" sldId="2147483715"/>
              <ac:spMk id="9" creationId="{2C8570FA-FAA3-4EFA-A4F1-01C285AE39DE}"/>
            </ac:spMkLst>
          </pc:spChg>
          <pc:spChg chg="mod">
            <ac:chgData name="Marcus Ihlar" userId="3466507a-8f95-47f2-ae1b-ce7d6ca611a4" providerId="ADAL" clId="{3438F4FC-D214-4A35-B915-405844213C8B}" dt="2026-07-18T12:46:54.609" v="146" actId="790"/>
            <ac:spMkLst>
              <pc:docMk/>
              <pc:sldMasterMk cId="2523064765" sldId="2147483660"/>
              <pc:sldLayoutMk cId="3539499238" sldId="2147483715"/>
              <ac:spMk id="10" creationId="{6B686A21-AA96-4B0A-B7CE-F4C6D5D31B3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79" v="239"/>
          <pc:sldLayoutMkLst>
            <pc:docMk/>
            <pc:sldMasterMk cId="2523064765" sldId="2147483660"/>
            <pc:sldLayoutMk cId="488662847" sldId="2147483716"/>
          </pc:sldLayoutMkLst>
          <pc:spChg chg="mod">
            <ac:chgData name="Marcus Ihlar" userId="3466507a-8f95-47f2-ae1b-ce7d6ca611a4" providerId="ADAL" clId="{3438F4FC-D214-4A35-B915-405844213C8B}" dt="2026-07-18T12:46:54.588" v="135" actId="790"/>
            <ac:spMkLst>
              <pc:docMk/>
              <pc:sldMasterMk cId="2523064765" sldId="2147483660"/>
              <pc:sldLayoutMk cId="488662847" sldId="2147483716"/>
              <ac:spMk id="2" creationId="{105FD79D-9BC3-0408-DF33-0CA55CC3DCDA}"/>
            </ac:spMkLst>
          </pc:spChg>
          <pc:spChg chg="mod">
            <ac:chgData name="Marcus Ihlar" userId="3466507a-8f95-47f2-ae1b-ce7d6ca611a4" providerId="ADAL" clId="{3438F4FC-D214-4A35-B915-405844213C8B}" dt="2026-07-18T12:46:54.588" v="137" actId="790"/>
            <ac:spMkLst>
              <pc:docMk/>
              <pc:sldMasterMk cId="2523064765" sldId="2147483660"/>
              <pc:sldLayoutMk cId="488662847" sldId="2147483716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98" v="138" actId="790"/>
            <ac:spMkLst>
              <pc:docMk/>
              <pc:sldMasterMk cId="2523064765" sldId="2147483660"/>
              <pc:sldLayoutMk cId="488662847" sldId="2147483716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588" v="136" actId="790"/>
            <ac:spMkLst>
              <pc:docMk/>
              <pc:sldMasterMk cId="2523064765" sldId="2147483660"/>
              <pc:sldLayoutMk cId="488662847" sldId="2147483716"/>
              <ac:spMk id="6" creationId="{891BF4C4-9DF9-4D9F-A738-37FBCD45AA68}"/>
            </ac:spMkLst>
          </pc:spChg>
          <pc:spChg chg="mod">
            <ac:chgData name="Marcus Ihlar" userId="3466507a-8f95-47f2-ae1b-ce7d6ca611a4" providerId="ADAL" clId="{3438F4FC-D214-4A35-B915-405844213C8B}" dt="2026-07-18T12:46:55.179" v="239"/>
            <ac:spMkLst>
              <pc:docMk/>
              <pc:sldMasterMk cId="2523064765" sldId="2147483660"/>
              <pc:sldLayoutMk cId="488662847" sldId="2147483716"/>
              <ac:spMk id="8" creationId="{53797230-5A6C-4718-8C90-CB9F2709B382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89" v="251"/>
          <pc:sldLayoutMkLst>
            <pc:docMk/>
            <pc:sldMasterMk cId="2523064765" sldId="2147483660"/>
            <pc:sldLayoutMk cId="3044934467" sldId="2147483717"/>
          </pc:sldLayoutMkLst>
          <pc:spChg chg="mod">
            <ac:chgData name="Marcus Ihlar" userId="3466507a-8f95-47f2-ae1b-ce7d6ca611a4" providerId="ADAL" clId="{3438F4FC-D214-4A35-B915-405844213C8B}" dt="2026-07-18T12:46:54.619" v="157" actId="790"/>
            <ac:spMkLst>
              <pc:docMk/>
              <pc:sldMasterMk cId="2523064765" sldId="2147483660"/>
              <pc:sldLayoutMk cId="3044934467" sldId="2147483717"/>
              <ac:spMk id="2" creationId="{D44FC84B-7E22-F949-A48C-665D3900E6CC}"/>
            </ac:spMkLst>
          </pc:spChg>
          <pc:spChg chg="mod">
            <ac:chgData name="Marcus Ihlar" userId="3466507a-8f95-47f2-ae1b-ce7d6ca611a4" providerId="ADAL" clId="{3438F4FC-D214-4A35-B915-405844213C8B}" dt="2026-07-18T12:46:54.630" v="159" actId="790"/>
            <ac:spMkLst>
              <pc:docMk/>
              <pc:sldMasterMk cId="2523064765" sldId="2147483660"/>
              <pc:sldLayoutMk cId="3044934467" sldId="2147483717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30" v="160" actId="790"/>
            <ac:spMkLst>
              <pc:docMk/>
              <pc:sldMasterMk cId="2523064765" sldId="2147483660"/>
              <pc:sldLayoutMk cId="3044934467" sldId="2147483717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19" v="158" actId="790"/>
            <ac:spMkLst>
              <pc:docMk/>
              <pc:sldMasterMk cId="2523064765" sldId="2147483660"/>
              <pc:sldLayoutMk cId="3044934467" sldId="2147483717"/>
              <ac:spMk id="7" creationId="{F4D71A67-F349-4E68-B7B8-D53CE323A764}"/>
            </ac:spMkLst>
          </pc:spChg>
          <pc:spChg chg="mod">
            <ac:chgData name="Marcus Ihlar" userId="3466507a-8f95-47f2-ae1b-ce7d6ca611a4" providerId="ADAL" clId="{3438F4FC-D214-4A35-B915-405844213C8B}" dt="2026-07-18T12:46:54.630" v="161" actId="790"/>
            <ac:spMkLst>
              <pc:docMk/>
              <pc:sldMasterMk cId="2523064765" sldId="2147483660"/>
              <pc:sldLayoutMk cId="3044934467" sldId="2147483717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30" v="162" actId="790"/>
            <ac:spMkLst>
              <pc:docMk/>
              <pc:sldMasterMk cId="2523064765" sldId="2147483660"/>
              <pc:sldLayoutMk cId="3044934467" sldId="2147483717"/>
              <ac:spMk id="9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5.189" v="251"/>
            <ac:spMkLst>
              <pc:docMk/>
              <pc:sldMasterMk cId="2523064765" sldId="2147483660"/>
              <pc:sldLayoutMk cId="3044934467" sldId="2147483717"/>
              <ac:spMk id="11" creationId="{A55C34B4-681E-4FDA-A9BB-6BC31D94C8D6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199" v="257"/>
          <pc:sldLayoutMkLst>
            <pc:docMk/>
            <pc:sldMasterMk cId="2523064765" sldId="2147483660"/>
            <pc:sldLayoutMk cId="3574322202" sldId="2147483718"/>
          </pc:sldLayoutMkLst>
          <pc:spChg chg="mod">
            <ac:chgData name="Marcus Ihlar" userId="3466507a-8f95-47f2-ae1b-ce7d6ca611a4" providerId="ADAL" clId="{3438F4FC-D214-4A35-B915-405844213C8B}" dt="2026-07-18T12:46:54.645" v="170" actId="790"/>
            <ac:spMkLst>
              <pc:docMk/>
              <pc:sldMasterMk cId="2523064765" sldId="2147483660"/>
              <pc:sldLayoutMk cId="3574322202" sldId="2147483718"/>
              <ac:spMk id="2" creationId="{DCFC6A99-DACF-36D5-6C3E-4DC5345A9049}"/>
            </ac:spMkLst>
          </pc:spChg>
          <pc:spChg chg="mod">
            <ac:chgData name="Marcus Ihlar" userId="3466507a-8f95-47f2-ae1b-ce7d6ca611a4" providerId="ADAL" clId="{3438F4FC-D214-4A35-B915-405844213C8B}" dt="2026-07-18T12:46:54.645" v="172" actId="790"/>
            <ac:spMkLst>
              <pc:docMk/>
              <pc:sldMasterMk cId="2523064765" sldId="2147483660"/>
              <pc:sldLayoutMk cId="3574322202" sldId="2147483718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3" actId="790"/>
            <ac:spMkLst>
              <pc:docMk/>
              <pc:sldMasterMk cId="2523064765" sldId="2147483660"/>
              <pc:sldLayoutMk cId="3574322202" sldId="2147483718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4" actId="790"/>
            <ac:spMkLst>
              <pc:docMk/>
              <pc:sldMasterMk cId="2523064765" sldId="2147483660"/>
              <pc:sldLayoutMk cId="3574322202" sldId="2147483718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51" v="175" actId="790"/>
            <ac:spMkLst>
              <pc:docMk/>
              <pc:sldMasterMk cId="2523064765" sldId="2147483660"/>
              <pc:sldLayoutMk cId="3574322202" sldId="2147483718"/>
              <ac:spMk id="7" creationId="{5BD2C41D-0700-4885-AB77-25AFFE4E1FDA}"/>
            </ac:spMkLst>
          </pc:spChg>
          <pc:spChg chg="mod">
            <ac:chgData name="Marcus Ihlar" userId="3466507a-8f95-47f2-ae1b-ce7d6ca611a4" providerId="ADAL" clId="{3438F4FC-D214-4A35-B915-405844213C8B}" dt="2026-07-18T12:46:54.645" v="171" actId="790"/>
            <ac:spMkLst>
              <pc:docMk/>
              <pc:sldMasterMk cId="2523064765" sldId="2147483660"/>
              <pc:sldLayoutMk cId="3574322202" sldId="2147483718"/>
              <ac:spMk id="9" creationId="{2C948968-FB06-45CC-8259-6BDE4430EACB}"/>
            </ac:spMkLst>
          </pc:spChg>
          <pc:spChg chg="mod">
            <ac:chgData name="Marcus Ihlar" userId="3466507a-8f95-47f2-ae1b-ce7d6ca611a4" providerId="ADAL" clId="{3438F4FC-D214-4A35-B915-405844213C8B}" dt="2026-07-18T12:46:55.199" v="257"/>
            <ac:spMkLst>
              <pc:docMk/>
              <pc:sldMasterMk cId="2523064765" sldId="2147483660"/>
              <pc:sldLayoutMk cId="3574322202" sldId="2147483718"/>
              <ac:spMk id="10" creationId="{549048C1-340D-44C4-857B-1B201EC9A7E7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5.206" v="263"/>
          <pc:sldLayoutMkLst>
            <pc:docMk/>
            <pc:sldMasterMk cId="2523064765" sldId="2147483660"/>
            <pc:sldLayoutMk cId="3422095206" sldId="2147483719"/>
          </pc:sldLayoutMkLst>
          <pc:spChg chg="mod">
            <ac:chgData name="Marcus Ihlar" userId="3466507a-8f95-47f2-ae1b-ce7d6ca611a4" providerId="ADAL" clId="{3438F4FC-D214-4A35-B915-405844213C8B}" dt="2026-07-18T12:46:54.661" v="187" actId="790"/>
            <ac:spMkLst>
              <pc:docMk/>
              <pc:sldMasterMk cId="2523064765" sldId="2147483660"/>
              <pc:sldLayoutMk cId="3422095206" sldId="2147483719"/>
              <ac:spMk id="2" creationId="{3573FEDA-98AE-F7E3-43DF-75A830443C4A}"/>
            </ac:spMkLst>
          </pc:spChg>
          <pc:spChg chg="mod">
            <ac:chgData name="Marcus Ihlar" userId="3466507a-8f95-47f2-ae1b-ce7d6ca611a4" providerId="ADAL" clId="{3438F4FC-D214-4A35-B915-405844213C8B}" dt="2026-07-18T12:46:54.672" v="189" actId="790"/>
            <ac:spMkLst>
              <pc:docMk/>
              <pc:sldMasterMk cId="2523064765" sldId="2147483660"/>
              <pc:sldLayoutMk cId="3422095206" sldId="2147483719"/>
              <ac:spMk id="3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74" v="190" actId="790"/>
            <ac:spMkLst>
              <pc:docMk/>
              <pc:sldMasterMk cId="2523064765" sldId="2147483660"/>
              <pc:sldLayoutMk cId="3422095206" sldId="2147483719"/>
              <ac:spMk id="4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76" v="191" actId="790"/>
            <ac:spMkLst>
              <pc:docMk/>
              <pc:sldMasterMk cId="2523064765" sldId="2147483660"/>
              <pc:sldLayoutMk cId="3422095206" sldId="2147483719"/>
              <ac:spMk id="5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77" v="192" actId="790"/>
            <ac:spMkLst>
              <pc:docMk/>
              <pc:sldMasterMk cId="2523064765" sldId="2147483660"/>
              <pc:sldLayoutMk cId="3422095206" sldId="2147483719"/>
              <ac:spMk id="6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82" v="194" actId="790"/>
            <ac:spMkLst>
              <pc:docMk/>
              <pc:sldMasterMk cId="2523064765" sldId="2147483660"/>
              <pc:sldLayoutMk cId="3422095206" sldId="2147483719"/>
              <ac:spMk id="8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79" v="193" actId="790"/>
            <ac:spMkLst>
              <pc:docMk/>
              <pc:sldMasterMk cId="2523064765" sldId="2147483660"/>
              <pc:sldLayoutMk cId="3422095206" sldId="2147483719"/>
              <ac:spMk id="9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88" v="196" actId="790"/>
            <ac:spMkLst>
              <pc:docMk/>
              <pc:sldMasterMk cId="2523064765" sldId="2147483660"/>
              <pc:sldLayoutMk cId="3422095206" sldId="2147483719"/>
              <ac:spMk id="10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84" v="195" actId="790"/>
            <ac:spMkLst>
              <pc:docMk/>
              <pc:sldMasterMk cId="2523064765" sldId="2147483660"/>
              <pc:sldLayoutMk cId="3422095206" sldId="2147483719"/>
              <ac:spMk id="11" creationId="{00000000-0000-0000-0000-000000000000}"/>
            </ac:spMkLst>
          </pc:spChg>
          <pc:spChg chg="mod">
            <ac:chgData name="Marcus Ihlar" userId="3466507a-8f95-47f2-ae1b-ce7d6ca611a4" providerId="ADAL" clId="{3438F4FC-D214-4A35-B915-405844213C8B}" dt="2026-07-18T12:46:54.661" v="188" actId="790"/>
            <ac:spMkLst>
              <pc:docMk/>
              <pc:sldMasterMk cId="2523064765" sldId="2147483660"/>
              <pc:sldLayoutMk cId="3422095206" sldId="2147483719"/>
              <ac:spMk id="13" creationId="{99858DC4-E787-41D2-A613-961D60F89117}"/>
            </ac:spMkLst>
          </pc:spChg>
          <pc:spChg chg="mod">
            <ac:chgData name="Marcus Ihlar" userId="3466507a-8f95-47f2-ae1b-ce7d6ca611a4" providerId="ADAL" clId="{3438F4FC-D214-4A35-B915-405844213C8B}" dt="2026-07-18T12:46:55.206" v="263"/>
            <ac:spMkLst>
              <pc:docMk/>
              <pc:sldMasterMk cId="2523064765" sldId="2147483660"/>
              <pc:sldLayoutMk cId="3422095206" sldId="2147483719"/>
              <ac:spMk id="14" creationId="{089CBEB5-348B-49F3-8F8B-FDEE08950E37}"/>
            </ac:spMkLst>
          </pc:spChg>
        </pc:sldLayoutChg>
        <pc:sldLayoutChg chg="modSp mod">
          <pc:chgData name="Marcus Ihlar" userId="3466507a-8f95-47f2-ae1b-ce7d6ca611a4" providerId="ADAL" clId="{3438F4FC-D214-4A35-B915-405844213C8B}" dt="2026-07-18T12:46:54.688" v="200" actId="790"/>
          <pc:sldLayoutMkLst>
            <pc:docMk/>
            <pc:sldMasterMk cId="2523064765" sldId="2147483660"/>
            <pc:sldLayoutMk cId="3027148209" sldId="2147483720"/>
          </pc:sldLayoutMkLst>
          <pc:spChg chg="mod">
            <ac:chgData name="Marcus Ihlar" userId="3466507a-8f95-47f2-ae1b-ce7d6ca611a4" providerId="ADAL" clId="{3438F4FC-D214-4A35-B915-405844213C8B}" dt="2026-07-18T12:46:54.688" v="200" actId="790"/>
            <ac:spMkLst>
              <pc:docMk/>
              <pc:sldMasterMk cId="2523064765" sldId="2147483660"/>
              <pc:sldLayoutMk cId="3027148209" sldId="2147483720"/>
              <ac:spMk id="2" creationId="{FCF1ABC6-0A4C-6C18-E8A5-415153FD00B6}"/>
            </ac:spMkLst>
          </pc:spChg>
          <pc:spChg chg="mod">
            <ac:chgData name="Marcus Ihlar" userId="3466507a-8f95-47f2-ae1b-ce7d6ca611a4" providerId="ADAL" clId="{3438F4FC-D214-4A35-B915-405844213C8B}" dt="2026-07-18T12:46:54.688" v="199" actId="790"/>
            <ac:spMkLst>
              <pc:docMk/>
              <pc:sldMasterMk cId="2523064765" sldId="2147483660"/>
              <pc:sldLayoutMk cId="3027148209" sldId="2147483720"/>
              <ac:spMk id="3" creationId="{000C8FCC-57E5-3E43-E21A-B3EDA1DB3E60}"/>
            </ac:spMkLst>
          </pc:spChg>
        </pc:sldLayoutChg>
      </pc:sldMasterChg>
    </pc:docChg>
  </pc:docChgLst>
  <pc:docChgLst>
    <pc:chgData name="Magnus Westerlund" userId="d1f911fd-f2d9-4af0-9810-372c2434ea9e" providerId="ADAL" clId="{7C0B1DB3-C1BB-5C7B-ADA6-81A78F8132A4}"/>
    <pc:docChg chg="custSel modSld">
      <pc:chgData name="Magnus Westerlund" userId="d1f911fd-f2d9-4af0-9810-372c2434ea9e" providerId="ADAL" clId="{7C0B1DB3-C1BB-5C7B-ADA6-81A78F8132A4}" dt="2026-07-18T12:35:02.143" v="176" actId="20577"/>
      <pc:docMkLst>
        <pc:docMk/>
      </pc:docMkLst>
      <pc:sldChg chg="modSp mod">
        <pc:chgData name="Magnus Westerlund" userId="d1f911fd-f2d9-4af0-9810-372c2434ea9e" providerId="ADAL" clId="{7C0B1DB3-C1BB-5C7B-ADA6-81A78F8132A4}" dt="2026-07-16T13:06:05.723" v="36" actId="27636"/>
        <pc:sldMkLst>
          <pc:docMk/>
          <pc:sldMk cId="3709959988" sldId="270"/>
        </pc:sldMkLst>
        <pc:spChg chg="mod">
          <ac:chgData name="Magnus Westerlund" userId="d1f911fd-f2d9-4af0-9810-372c2434ea9e" providerId="ADAL" clId="{7C0B1DB3-C1BB-5C7B-ADA6-81A78F8132A4}" dt="2026-07-16T13:06:05.723" v="36" actId="27636"/>
          <ac:spMkLst>
            <pc:docMk/>
            <pc:sldMk cId="3709959988" sldId="270"/>
            <ac:spMk id="4" creationId="{E93AAB2F-D478-E837-ACB0-D912DA518E4B}"/>
          </ac:spMkLst>
        </pc:spChg>
      </pc:sldChg>
      <pc:sldChg chg="modSp mod">
        <pc:chgData name="Magnus Westerlund" userId="d1f911fd-f2d9-4af0-9810-372c2434ea9e" providerId="ADAL" clId="{7C0B1DB3-C1BB-5C7B-ADA6-81A78F8132A4}" dt="2026-07-16T13:04:25.074" v="4" actId="20577"/>
        <pc:sldMkLst>
          <pc:docMk/>
          <pc:sldMk cId="2230748882" sldId="271"/>
        </pc:sldMkLst>
        <pc:spChg chg="mod">
          <ac:chgData name="Magnus Westerlund" userId="d1f911fd-f2d9-4af0-9810-372c2434ea9e" providerId="ADAL" clId="{7C0B1DB3-C1BB-5C7B-ADA6-81A78F8132A4}" dt="2026-07-16T13:04:25.074" v="4" actId="20577"/>
          <ac:spMkLst>
            <pc:docMk/>
            <pc:sldMk cId="2230748882" sldId="271"/>
            <ac:spMk id="3" creationId="{17D5CE7D-CCF0-44B0-843A-8D46859C44EE}"/>
          </ac:spMkLst>
        </pc:spChg>
      </pc:sldChg>
      <pc:sldChg chg="modSp mod">
        <pc:chgData name="Magnus Westerlund" userId="d1f911fd-f2d9-4af0-9810-372c2434ea9e" providerId="ADAL" clId="{7C0B1DB3-C1BB-5C7B-ADA6-81A78F8132A4}" dt="2026-07-17T14:10:31.518" v="164" actId="20577"/>
        <pc:sldMkLst>
          <pc:docMk/>
          <pc:sldMk cId="3701326332" sldId="273"/>
        </pc:sldMkLst>
        <pc:spChg chg="mod">
          <ac:chgData name="Magnus Westerlund" userId="d1f911fd-f2d9-4af0-9810-372c2434ea9e" providerId="ADAL" clId="{7C0B1DB3-C1BB-5C7B-ADA6-81A78F8132A4}" dt="2026-07-17T14:10:31.518" v="164" actId="20577"/>
          <ac:spMkLst>
            <pc:docMk/>
            <pc:sldMk cId="3701326332" sldId="273"/>
            <ac:spMk id="4" creationId="{7DFDB2E9-A5D0-60E8-6F31-EC95BA9C0AA3}"/>
          </ac:spMkLst>
        </pc:spChg>
      </pc:sldChg>
      <pc:sldChg chg="modSp mod">
        <pc:chgData name="Magnus Westerlund" userId="d1f911fd-f2d9-4af0-9810-372c2434ea9e" providerId="ADAL" clId="{7C0B1DB3-C1BB-5C7B-ADA6-81A78F8132A4}" dt="2026-07-18T12:35:02.143" v="176" actId="20577"/>
        <pc:sldMkLst>
          <pc:docMk/>
          <pc:sldMk cId="2124198194" sldId="274"/>
        </pc:sldMkLst>
        <pc:spChg chg="mod">
          <ac:chgData name="Magnus Westerlund" userId="d1f911fd-f2d9-4af0-9810-372c2434ea9e" providerId="ADAL" clId="{7C0B1DB3-C1BB-5C7B-ADA6-81A78F8132A4}" dt="2026-07-18T12:35:02.143" v="176" actId="20577"/>
          <ac:spMkLst>
            <pc:docMk/>
            <pc:sldMk cId="2124198194" sldId="274"/>
            <ac:spMk id="4" creationId="{314A80B3-1CF1-518A-C35B-B27359B70B41}"/>
          </ac:spMkLst>
        </pc:spChg>
      </pc:sldChg>
      <pc:sldChg chg="modSp mod">
        <pc:chgData name="Magnus Westerlund" userId="d1f911fd-f2d9-4af0-9810-372c2434ea9e" providerId="ADAL" clId="{7C0B1DB3-C1BB-5C7B-ADA6-81A78F8132A4}" dt="2026-07-17T14:11:05.116" v="169" actId="20577"/>
        <pc:sldMkLst>
          <pc:docMk/>
          <pc:sldMk cId="2764015099" sldId="275"/>
        </pc:sldMkLst>
        <pc:spChg chg="mod">
          <ac:chgData name="Magnus Westerlund" userId="d1f911fd-f2d9-4af0-9810-372c2434ea9e" providerId="ADAL" clId="{7C0B1DB3-C1BB-5C7B-ADA6-81A78F8132A4}" dt="2026-07-17T14:11:05.116" v="169" actId="20577"/>
          <ac:spMkLst>
            <pc:docMk/>
            <pc:sldMk cId="2764015099" sldId="275"/>
            <ac:spMk id="5" creationId="{960C9FF5-1894-156C-43F6-643A7F7A1C7D}"/>
          </ac:spMkLst>
        </pc:spChg>
      </pc:sldChg>
      <pc:sldChg chg="modSp mod">
        <pc:chgData name="Magnus Westerlund" userId="d1f911fd-f2d9-4af0-9810-372c2434ea9e" providerId="ADAL" clId="{7C0B1DB3-C1BB-5C7B-ADA6-81A78F8132A4}" dt="2026-07-16T13:39:43.960" v="131" actId="20577"/>
        <pc:sldMkLst>
          <pc:docMk/>
          <pc:sldMk cId="1304617088" sldId="276"/>
        </pc:sldMkLst>
        <pc:spChg chg="mod">
          <ac:chgData name="Magnus Westerlund" userId="d1f911fd-f2d9-4af0-9810-372c2434ea9e" providerId="ADAL" clId="{7C0B1DB3-C1BB-5C7B-ADA6-81A78F8132A4}" dt="2026-07-16T13:39:43.960" v="131" actId="20577"/>
          <ac:spMkLst>
            <pc:docMk/>
            <pc:sldMk cId="1304617088" sldId="276"/>
            <ac:spMk id="3" creationId="{A34535F1-01E7-D3B7-FF34-E094F215875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FD348-9C7F-4865-875C-863EC6E2CB8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294207-A46E-4F9A-91C9-BB4398CEA98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105526-C577-427D-800D-7921EA160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CA4CFA-39AC-4AB6-B521-EBDB0AF74AF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AEDCC-D3AE-4D3E-A1AA-6BA600F27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262122"/>
      </p:ext>
    </p:extLst>
  </p:cSld>
  <p:clrMap bg1="lt1" tx1="dk1" bg2="lt2" tx2="dk2" accent1="accent1" accent2="accent2" accent3="accent3" accent4="accent4" accent5="accent5" accent6="accent6" hlink="hlink" folHlink="folHlink"/>
  <p:hf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Ericsson Hilda Light" panose="000004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Ericsson Hilda Light" panose="00000400000000000000" pitchFamily="2" charset="0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Ericsson Hilda Light" panose="000004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Ericsson Hilda Light" panose="00000400000000000000" pitchFamily="2" charset="0"/>
              </a:defRPr>
            </a:lvl1pPr>
          </a:lstStyle>
          <a:p>
            <a:fld id="{F949BC75-2359-4F98-918A-7033C92AD48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333820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23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idehoved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dato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573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idehoved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dato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6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A9966BF-A434-4BC2-9969-A0AE8B068B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2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EA536A49-17DD-4A07-850E-1EAF96BC02B3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7457561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CBBBA5E6-1E90-4A28-9571-7B0FE132F514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015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A1F7E8D1-1D41-42BC-968E-6F54B13836C8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5415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EFB6956C-AA11-4E9F-9F15-85D293FE4F22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4747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9E52126C-3B58-4DC8-B6BD-0857879716A9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15456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17AF3976-E219-4C62-8750-7FE374625997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862044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89FB2510-D418-4A31-AE7B-48A92BB7C8A6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43338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D26AE597-4448-4AB9-9FDE-3F568D8DAB04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2386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3638E53D-DFE6-4EE3-B98B-525EB641EC8D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0799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46A0D3BB-2CC8-4D13-9DAC-37B3DE2EBBAC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627616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1114553B-2B32-4B14-BFC1-27E88B7265CF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75883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C489BF10-8C5F-4A00-BAA6-AEF7957AF166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88662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985A9306-C299-4894-9DDD-1B8F8FDEA8EB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57253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6EC70BC1-5E0F-4E70-ACE6-584B267F23DF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394992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26B457A4-9F5B-423C-9E94-BFD86AD3C522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58992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3E418195-FCEB-4634-A041-DFF3565D227A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4934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5209B2F4-4EA5-4466-A481-629B2DF48F9C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486120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680D51E1-1B72-441B-94C7-43A08B1F95B4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743222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11A51C50-7352-4AF9-807A-BF9D829D283C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369881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3064942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r>
              <a:rPr lang="en-US" sz="800" b="0" i="0" u="none">
                <a:solidFill>
                  <a:schemeClr val="tx1"/>
                </a:solidFill>
                <a:latin typeface="+mn-lt"/>
              </a:rPr>
              <a:t>  |  ERAMSWD Magnus Westerlund  |  2026-07-16  |  Open  |  Page </a:t>
            </a:r>
            <a:fld id="{AD68A651-9684-4C45-81EB-BFAEEB453514}" type="slidenum">
              <a:rPr lang="en-US" sz="800" b="0" i="0" u="none" smtClean="0">
                <a:solidFill>
                  <a:schemeClr val="tx1"/>
                </a:solidFill>
                <a:latin typeface="+mn-lt"/>
              </a:rPr>
              <a:t>‹#›</a:t>
            </a:fld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22095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1685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3027148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10470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064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10" r:id="rId2"/>
    <p:sldLayoutId id="2147483707" r:id="rId3"/>
    <p:sldLayoutId id="2147483709" r:id="rId4"/>
    <p:sldLayoutId id="2147483673" r:id="rId5"/>
    <p:sldLayoutId id="2147483712" r:id="rId6"/>
    <p:sldLayoutId id="2147483706" r:id="rId7"/>
    <p:sldLayoutId id="2147483713" r:id="rId8"/>
    <p:sldLayoutId id="2147483694" r:id="rId9"/>
    <p:sldLayoutId id="2147483714" r:id="rId10"/>
    <p:sldLayoutId id="2147483675" r:id="rId11"/>
    <p:sldLayoutId id="2147483716" r:id="rId12"/>
    <p:sldLayoutId id="2147483696" r:id="rId13"/>
    <p:sldLayoutId id="2147483715" r:id="rId14"/>
    <p:sldLayoutId id="2147483678" r:id="rId15"/>
    <p:sldLayoutId id="2147483717" r:id="rId16"/>
    <p:sldLayoutId id="2147483690" r:id="rId17"/>
    <p:sldLayoutId id="2147483718" r:id="rId18"/>
    <p:sldLayoutId id="2147483681" r:id="rId19"/>
    <p:sldLayoutId id="2147483719" r:id="rId20"/>
    <p:sldLayoutId id="2147483692" r:id="rId21"/>
    <p:sldLayoutId id="2147483720" r:id="rId22"/>
    <p:sldLayoutId id="2147483705" r:id="rId23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2.xml"/><Relationship Id="rId1" Type="http://schemas.openxmlformats.org/officeDocument/2006/relationships/customXml" Target="../../customXml/item10.xml"/><Relationship Id="rId5" Type="http://schemas.openxmlformats.org/officeDocument/2006/relationships/hyperlink" Target="https://datatracker.ietf.org/doc/draft-ietf-tsvwg-sctp-dtls-chunk/" TargetMode="Externa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11.xml"/><Relationship Id="rId6" Type="http://schemas.openxmlformats.org/officeDocument/2006/relationships/hyperlink" Target="https://datatracker.ietf.org/ipr/6219/" TargetMode="External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draft-porfiri-tsvwg-sctp-dtls-handshake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8.xml"/><Relationship Id="rId4" Type="http://schemas.openxmlformats.org/officeDocument/2006/relationships/notesSlide" Target="../notesSlides/notesSlid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customXml" Target="../../customXml/item5.xml"/><Relationship Id="rId1" Type="http://schemas.openxmlformats.org/officeDocument/2006/relationships/customXml" Target="../../customXml/item13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D5CE7D-CCF0-44B0-843A-8D46859C4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en-US"/>
              <a:t>SCTP DTLS Chunk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A927E07-3624-45B8-934B-C229726CA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en-US">
                <a:hlinkClick r:id="rId5"/>
              </a:rPr>
              <a:t>draft-ietf-tsvwg-sctp-dtls-chunk-04 </a:t>
            </a:r>
            <a:endParaRPr lang="en-US"/>
          </a:p>
          <a:p>
            <a:endParaRPr lang="en-US"/>
          </a:p>
          <a:p>
            <a:r>
              <a:rPr lang="en-US"/>
              <a:t>Magnus Westerlund</a:t>
            </a:r>
          </a:p>
          <a:p>
            <a:r>
              <a:rPr lang="en-US"/>
              <a:t>John Preuß Mattsson</a:t>
            </a:r>
          </a:p>
          <a:p>
            <a:r>
              <a:rPr lang="en-US"/>
              <a:t>Claudio Porfiri</a:t>
            </a:r>
          </a:p>
          <a:p>
            <a:r>
              <a:rPr lang="en-US"/>
              <a:t>Michael Tüxen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8DE8B4-7BAB-4C18-A0E5-01D3A11D37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7EB691-17C6-4220-AA5E-2F3518AF8CC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229600" y="6264000"/>
            <a:ext cx="2515041" cy="262800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F70DC3-66C9-451C-917E-BA44956D1D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0811951" y="6264000"/>
            <a:ext cx="897503" cy="262800"/>
          </a:xfrm>
          <a:ln>
            <a:noFill/>
          </a:ln>
        </p:spPr>
        <p:txBody>
          <a:bodyPr/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230748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B0A1D-8369-1F32-91B8-AD5040D13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C532125-D18A-0889-88DA-C3E2B2514C5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68" y="1844675"/>
            <a:ext cx="4170627" cy="439261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3AAB2F-D478-E837-ACB0-D912DA518E4B}"/>
              </a:ext>
            </a:extLst>
          </p:cNvPr>
          <p:cNvSpPr>
            <a:spLocks noGrp="1"/>
          </p:cNvSpPr>
          <p:nvPr>
            <p:ph sz="quarter" idx="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DTLS Chunk</a:t>
            </a:r>
          </a:p>
          <a:p>
            <a:pPr lvl="1"/>
            <a:r>
              <a:rPr lang="en-US"/>
              <a:t>SCTP Chunk</a:t>
            </a:r>
          </a:p>
          <a:p>
            <a:pPr lvl="1"/>
            <a:r>
              <a:rPr lang="en-US"/>
              <a:t>Encrypted and Integrity protected encapsulation of all other SCTP Chunks</a:t>
            </a:r>
          </a:p>
          <a:p>
            <a:pPr lvl="1"/>
            <a:r>
              <a:rPr lang="en-US"/>
              <a:t>Uses DTLS 1.3 record format as is</a:t>
            </a:r>
          </a:p>
          <a:p>
            <a:pPr lvl="1"/>
            <a:r>
              <a:rPr lang="en-US"/>
              <a:t>API to set Keys and Cipher Algorithm</a:t>
            </a:r>
          </a:p>
          <a:p>
            <a:r>
              <a:rPr lang="en-US"/>
              <a:t>Negotiate DTLS Key-Management Method</a:t>
            </a:r>
          </a:p>
          <a:p>
            <a:pPr lvl="1"/>
            <a:r>
              <a:rPr lang="en-US"/>
              <a:t>Uses Clear text SCTP Parameter in INIT/INIT-ACK</a:t>
            </a:r>
          </a:p>
          <a:p>
            <a:pPr lvl="1"/>
            <a:r>
              <a:rPr lang="en-US"/>
              <a:t>Downgrade attack through input to Key-Derivation Process</a:t>
            </a:r>
          </a:p>
          <a:p>
            <a:r>
              <a:rPr lang="en-US"/>
              <a:t>One IPR Declaration: </a:t>
            </a:r>
            <a:r>
              <a:rPr lang="en-US">
                <a:hlinkClick r:id="rId6"/>
              </a:rPr>
              <a:t>https://datatracker.ietf.org/ipr/6219/</a:t>
            </a:r>
            <a:endParaRPr lang="en-US"/>
          </a:p>
          <a:p>
            <a:endParaRPr lang="en-US"/>
          </a:p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709959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78398F-133E-B1B3-0FE7-77121143B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966" y="3918434"/>
            <a:ext cx="2036795" cy="2909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653488-02BE-D14E-3FBF-371B0848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DTLS Chunk (Updated)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DB2E9-A5D0-60E8-6F31-EC95BA9C0AA3}"/>
              </a:ext>
            </a:extLst>
          </p:cNvPr>
          <p:cNvSpPr>
            <a:spLocks noGrp="1"/>
          </p:cNvSpPr>
          <p:nvPr>
            <p:ph sz="quarter" idx="3"/>
          </p:nvPr>
        </p:nvSpPr>
        <p:spPr/>
        <p:txBody>
          <a:bodyPr/>
          <a:lstStyle/>
          <a:p>
            <a:r>
              <a:rPr lang="en-US"/>
              <a:t>Standard Chunk Header</a:t>
            </a:r>
          </a:p>
          <a:p>
            <a:pPr lvl="1"/>
            <a:r>
              <a:rPr lang="en-US"/>
              <a:t>R: Indicate Restart Security Context used to protect this Packet</a:t>
            </a:r>
          </a:p>
          <a:p>
            <a:pPr lvl="1"/>
            <a:r>
              <a:rPr lang="en-US"/>
              <a:t>Removed Pre padding indicator</a:t>
            </a:r>
          </a:p>
          <a:p>
            <a:r>
              <a:rPr lang="en-US"/>
              <a:t>Payload is DTLS 1.3 Record layer per RFC 9147</a:t>
            </a:r>
          </a:p>
          <a:p>
            <a:r>
              <a:rPr lang="en-US"/>
              <a:t>DTLS 1.3 Header Usage become Fixed</a:t>
            </a:r>
          </a:p>
          <a:p>
            <a:pPr lvl="1"/>
            <a:r>
              <a:rPr lang="en-US"/>
              <a:t>E E: Epoch indicate key context (2 LSBs)</a:t>
            </a:r>
          </a:p>
          <a:p>
            <a:pPr lvl="1"/>
            <a:r>
              <a:rPr lang="en-US"/>
              <a:t>Don’t use Connection ID</a:t>
            </a:r>
          </a:p>
          <a:p>
            <a:pPr lvl="1"/>
            <a:r>
              <a:rPr lang="en-US"/>
              <a:t>Sequence Number: 16-bit mandated</a:t>
            </a:r>
          </a:p>
          <a:p>
            <a:pPr lvl="1"/>
            <a:r>
              <a:rPr lang="en-US"/>
              <a:t>No Length field</a:t>
            </a:r>
          </a:p>
          <a:p>
            <a:r>
              <a:rPr lang="en-US"/>
              <a:t>1 byte Pre-Padding always used</a:t>
            </a:r>
          </a:p>
          <a:p>
            <a:pPr marL="265113" lvl="1" indent="0">
              <a:buNone/>
            </a:pPr>
            <a:endParaRPr lang="en-US"/>
          </a:p>
          <a:p>
            <a:endParaRPr lang="en-US"/>
          </a:p>
        </p:txBody>
      </p:sp>
      <p:pic>
        <p:nvPicPr>
          <p:cNvPr id="14" name="Picture 13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EB4AA727-F319-AD36-D767-4188904892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18" y="3918434"/>
            <a:ext cx="4214348" cy="24633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C50B43-2B24-B355-46E7-2D54911CA1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49" y="1424128"/>
            <a:ext cx="5934551" cy="2559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26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44E2A-CD41-AB2A-F361-625CA596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Changes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4A80B3-1CF1-518A-C35B-B27359B70B41}"/>
              </a:ext>
            </a:extLst>
          </p:cNvPr>
          <p:cNvSpPr>
            <a:spLocks noGrp="1"/>
          </p:cNvSpPr>
          <p:nvPr>
            <p:ph sz="quarter" idx="3"/>
          </p:nvPr>
        </p:nvSpPr>
        <p:spPr/>
        <p:txBody>
          <a:bodyPr/>
          <a:lstStyle/>
          <a:p>
            <a:r>
              <a:rPr lang="en-US"/>
              <a:t>Clarified Mandatory to Implement Ciphers that unless something else specifies it one MUST/SHOULD implement:</a:t>
            </a:r>
          </a:p>
          <a:p>
            <a:pPr lvl="1"/>
            <a:r>
              <a:rPr lang="en-US"/>
              <a:t>TLS_AES_128_GCM_SHA256</a:t>
            </a:r>
          </a:p>
          <a:p>
            <a:pPr lvl="1"/>
            <a:r>
              <a:rPr lang="en-US"/>
              <a:t>TLS_AES_256_GCM_SHA384</a:t>
            </a:r>
          </a:p>
          <a:p>
            <a:pPr lvl="1"/>
            <a:r>
              <a:rPr lang="en-US"/>
              <a:t>TLS_CHACHA20_POLY1305_SHA256</a:t>
            </a:r>
          </a:p>
          <a:p>
            <a:r>
              <a:rPr lang="en-US"/>
              <a:t>Clarified error indication in the establishment procedure</a:t>
            </a:r>
          </a:p>
          <a:p>
            <a:r>
              <a:rPr lang="en-US"/>
              <a:t>API Updates to match changes and to fix implementation experience</a:t>
            </a:r>
          </a:p>
          <a:p>
            <a:r>
              <a:rPr lang="en-US"/>
              <a:t>Lots of editorial improvements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DA47E8-EBD1-F2FA-9AAE-B2DF174F7608}"/>
              </a:ext>
            </a:extLst>
          </p:cNvPr>
          <p:cNvSpPr txBox="1"/>
          <p:nvPr/>
        </p:nvSpPr>
        <p:spPr>
          <a:xfrm>
            <a:off x="479425" y="4205044"/>
            <a:ext cx="5307917" cy="2032243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342900" lvl="1" indent="-342900" algn="l" rtl="0" fontAlgn="base">
              <a:spcBef>
                <a:spcPts val="8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sz="2000" b="0" i="0" u="none" strike="noStrike" kern="1000" cap="none" spc="-3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DFC4256-2ECB-FFED-7B57-8A4E40F965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3878365"/>
            <a:ext cx="5472113" cy="2358921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Added support for simultaneous open of SCTP Association</a:t>
            </a:r>
          </a:p>
          <a:p>
            <a:pPr marL="608013" lvl="4" indent="-342900">
              <a:buFont typeface="Arial" panose="020B0604020202020204" pitchFamily="34" charset="0"/>
              <a:buChar char="•"/>
            </a:pPr>
            <a:r>
              <a:rPr lang="en-US"/>
              <a:t>Indicate Supported Role</a:t>
            </a:r>
          </a:p>
          <a:p>
            <a:pPr marL="608013" lvl="4" indent="-342900">
              <a:buFont typeface="Arial" panose="020B0604020202020204" pitchFamily="34" charset="0"/>
              <a:buChar char="•"/>
            </a:pPr>
            <a:r>
              <a:rPr lang="en-US"/>
              <a:t>Tiebreaker to determine if both indicate both roles</a:t>
            </a:r>
          </a:p>
          <a:p>
            <a:pPr marL="608013" lvl="4" indent="-342900">
              <a:buFont typeface="Arial" panose="020B0604020202020204" pitchFamily="34" charset="0"/>
              <a:buChar char="•"/>
            </a:pPr>
            <a:r>
              <a:rPr lang="en-US"/>
              <a:t>Two new Error Cause Codes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Updated size of DTLS Key management ID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endParaRPr lang="en-US"/>
          </a:p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5B5C8C-DC70-0391-1BFA-588F7C40A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25" y="1427546"/>
            <a:ext cx="5681803" cy="2450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198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86059CB-0938-6DE5-777D-0C8BDEED76D9}"/>
              </a:ext>
            </a:extLst>
          </p:cNvPr>
          <p:cNvSpPr/>
          <p:nvPr/>
        </p:nvSpPr>
        <p:spPr>
          <a:xfrm>
            <a:off x="2654392" y="2928712"/>
            <a:ext cx="2226832" cy="108169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spcBef>
                <a:spcPts val="800"/>
              </a:spcBef>
            </a:pPr>
            <a:r>
              <a:rPr lang="en-US"/>
              <a:t>KM Method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384A3F-58F1-A256-83EA-743903115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Interoperability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0C9FF5-1894-156C-43F6-643A7F7A1C7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1844675"/>
            <a:ext cx="11233150" cy="782778"/>
          </a:xfrm>
        </p:spPr>
        <p:txBody>
          <a:bodyPr/>
          <a:lstStyle/>
          <a:p>
            <a:r>
              <a:rPr lang="en-US"/>
              <a:t>Interoperability achieved between Redhat’s Linux SCTP Implementation and Ericsson’s user space stack using the key-management method of </a:t>
            </a:r>
            <a:r>
              <a:rPr lang="en-US">
                <a:hlinkClick r:id="rId2"/>
              </a:rPr>
              <a:t>draft-porfiri-tsvwg-sctp-dtls-handshake-01</a:t>
            </a:r>
            <a:r>
              <a:rPr lang="en-US"/>
              <a:t>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20695F-6167-1262-6642-25DA132DE3A5}"/>
              </a:ext>
            </a:extLst>
          </p:cNvPr>
          <p:cNvSpPr/>
          <p:nvPr/>
        </p:nvSpPr>
        <p:spPr>
          <a:xfrm>
            <a:off x="7510608" y="5214442"/>
            <a:ext cx="3958815" cy="11673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>
              <a:spcBef>
                <a:spcPts val="800"/>
              </a:spcBef>
            </a:pPr>
            <a:r>
              <a:rPr lang="en-US"/>
              <a:t>Fedora Linux Kernel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97D6A3-2A1B-B7B5-18F3-AAE6753DE9A0}"/>
              </a:ext>
            </a:extLst>
          </p:cNvPr>
          <p:cNvSpPr/>
          <p:nvPr/>
        </p:nvSpPr>
        <p:spPr>
          <a:xfrm>
            <a:off x="7736519" y="5386564"/>
            <a:ext cx="3571539" cy="51109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Linux SCTP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02CA28-A970-9BB6-1439-5404CEEE2A76}"/>
              </a:ext>
            </a:extLst>
          </p:cNvPr>
          <p:cNvSpPr/>
          <p:nvPr/>
        </p:nvSpPr>
        <p:spPr>
          <a:xfrm>
            <a:off x="928721" y="5214442"/>
            <a:ext cx="3958815" cy="11673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>
              <a:spcBef>
                <a:spcPts val="800"/>
              </a:spcBef>
            </a:pPr>
            <a:r>
              <a:rPr lang="en-US"/>
              <a:t>Ubuntu Linux Kernel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F902B9-5E69-31D7-25EC-752D13E3EFDD}"/>
              </a:ext>
            </a:extLst>
          </p:cNvPr>
          <p:cNvSpPr/>
          <p:nvPr/>
        </p:nvSpPr>
        <p:spPr>
          <a:xfrm>
            <a:off x="928720" y="4010402"/>
            <a:ext cx="3952503" cy="6888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Bef>
                <a:spcPts val="800"/>
              </a:spcBef>
            </a:pPr>
            <a:r>
              <a:rPr lang="en-US"/>
              <a:t>Ericsson SCTP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7F953D-E0FC-FBDA-737C-61CEA30CA4DB}"/>
              </a:ext>
            </a:extLst>
          </p:cNvPr>
          <p:cNvSpPr/>
          <p:nvPr/>
        </p:nvSpPr>
        <p:spPr>
          <a:xfrm>
            <a:off x="7510608" y="3563039"/>
            <a:ext cx="1731982" cy="11673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Test APP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434ACE-2B30-7758-3426-90110AA28D16}"/>
              </a:ext>
            </a:extLst>
          </p:cNvPr>
          <p:cNvSpPr/>
          <p:nvPr/>
        </p:nvSpPr>
        <p:spPr>
          <a:xfrm>
            <a:off x="9242590" y="3563039"/>
            <a:ext cx="2226832" cy="11673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spcBef>
                <a:spcPts val="800"/>
              </a:spcBef>
            </a:pPr>
            <a:r>
              <a:rPr lang="en-US"/>
              <a:t>KM Method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28E274-EB18-9086-75DE-0848F4DFBF52}"/>
              </a:ext>
            </a:extLst>
          </p:cNvPr>
          <p:cNvSpPr/>
          <p:nvPr/>
        </p:nvSpPr>
        <p:spPr>
          <a:xfrm>
            <a:off x="9640622" y="3998827"/>
            <a:ext cx="1667435" cy="56736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OpenSSL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FB73D9D-4BB9-8289-ECB8-F5DD33C688C8}"/>
              </a:ext>
            </a:extLst>
          </p:cNvPr>
          <p:cNvCxnSpPr>
            <a:cxnSpLocks/>
            <a:stCxn id="6" idx="0"/>
          </p:cNvCxnSpPr>
          <p:nvPr/>
        </p:nvCxnSpPr>
        <p:spPr bwMode="auto">
          <a:xfrm flipV="1">
            <a:off x="9490016" y="4730347"/>
            <a:ext cx="0" cy="48409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5F5E3B6-5C68-5F61-ECAD-EAF05BEF9815}"/>
              </a:ext>
            </a:extLst>
          </p:cNvPr>
          <p:cNvSpPr txBox="1"/>
          <p:nvPr/>
        </p:nvSpPr>
        <p:spPr>
          <a:xfrm>
            <a:off x="9722735" y="4824851"/>
            <a:ext cx="1435260" cy="34128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0" i="0" u="none" strike="noStrike" kern="1000" cap="none" spc="-3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Socket API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8930CD9-3844-1125-E19F-8082424A294D}"/>
              </a:ext>
            </a:extLst>
          </p:cNvPr>
          <p:cNvCxnSpPr>
            <a:cxnSpLocks/>
          </p:cNvCxnSpPr>
          <p:nvPr/>
        </p:nvCxnSpPr>
        <p:spPr bwMode="auto">
          <a:xfrm flipV="1">
            <a:off x="2952249" y="4738943"/>
            <a:ext cx="0" cy="48409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4A11324-0020-D7C3-051E-64471B9C5F6F}"/>
              </a:ext>
            </a:extLst>
          </p:cNvPr>
          <p:cNvSpPr txBox="1"/>
          <p:nvPr/>
        </p:nvSpPr>
        <p:spPr>
          <a:xfrm>
            <a:off x="3078539" y="4783430"/>
            <a:ext cx="1435260" cy="34128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0" i="0" u="none" strike="noStrike" kern="1000" cap="none" spc="-3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Raw Socket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9AB8C0C-3ECB-1EC9-1916-6A4873A83BAD}"/>
              </a:ext>
            </a:extLst>
          </p:cNvPr>
          <p:cNvSpPr/>
          <p:nvPr/>
        </p:nvSpPr>
        <p:spPr>
          <a:xfrm>
            <a:off x="928720" y="2928712"/>
            <a:ext cx="1725672" cy="108458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Test APP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C3E9BB-C227-E96B-3FEB-9ABF5D4273B9}"/>
              </a:ext>
            </a:extLst>
          </p:cNvPr>
          <p:cNvSpPr/>
          <p:nvPr/>
        </p:nvSpPr>
        <p:spPr>
          <a:xfrm>
            <a:off x="3387850" y="4080738"/>
            <a:ext cx="1180290" cy="4854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WolfSSL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4B2021-F91A-99ED-75B0-508368A658F3}"/>
              </a:ext>
            </a:extLst>
          </p:cNvPr>
          <p:cNvSpPr/>
          <p:nvPr/>
        </p:nvSpPr>
        <p:spPr>
          <a:xfrm>
            <a:off x="3387851" y="3364867"/>
            <a:ext cx="1180290" cy="47792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/>
              <a:t>WolfSSL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50D9F9A4-E360-1DEE-CC52-455C8E3B0DF9}"/>
              </a:ext>
            </a:extLst>
          </p:cNvPr>
          <p:cNvCxnSpPr>
            <a:cxnSpLocks/>
            <a:stCxn id="8" idx="2"/>
            <a:endCxn id="6" idx="2"/>
          </p:cNvCxnSpPr>
          <p:nvPr/>
        </p:nvCxnSpPr>
        <p:spPr bwMode="auto">
          <a:xfrm rot="16200000" flipH="1">
            <a:off x="6199072" y="3090806"/>
            <a:ext cx="12700" cy="6581887"/>
          </a:xfrm>
          <a:prstGeom prst="bentConnector3">
            <a:avLst>
              <a:gd name="adj1" fmla="val 1800000"/>
            </a:avLst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07DC36-2136-521A-C5A7-4E3964B6C76C}"/>
              </a:ext>
            </a:extLst>
          </p:cNvPr>
          <p:cNvSpPr txBox="1"/>
          <p:nvPr/>
        </p:nvSpPr>
        <p:spPr>
          <a:xfrm>
            <a:off x="15486927" y="6238754"/>
            <a:ext cx="0" cy="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2000" b="0" i="0" u="none" strike="noStrike" kern="1000" cap="none" spc="-3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4015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D82EC-811D-454E-9DFF-2EEC63AD50B4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en-US"/>
              <a:t>What has been tested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CFE1E9-2446-4327-A152-D121E1DA7E8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ln>
            <a:noFill/>
          </a:ln>
        </p:spPr>
        <p:txBody>
          <a:bodyPr/>
          <a:lstStyle/>
          <a:p>
            <a:r>
              <a:rPr lang="en-US"/>
              <a:t>Pre-shared Key has been used for validating the DTLS 1.3 implementation in Linux Kernel SCTP versus the WolfSSL implementation</a:t>
            </a:r>
          </a:p>
          <a:p>
            <a:r>
              <a:rPr lang="en-US"/>
              <a:t>Implementation of the TLS 1.3 based Key Management of draft-porfiri-sctp-dtls-handshake to validate its specification</a:t>
            </a:r>
          </a:p>
          <a:p>
            <a:r>
              <a:rPr lang="en-US"/>
              <a:t>Simple traffic cases for PSK and TLS 1.3 Key Management</a:t>
            </a:r>
          </a:p>
          <a:p>
            <a:r>
              <a:rPr lang="en-US"/>
              <a:t>Single and multiple rekeying for TLS 1.3 KM</a:t>
            </a:r>
          </a:p>
          <a:p>
            <a:r>
              <a:rPr lang="en-US"/>
              <a:t>Association Restart for TLS 1.3 KM</a:t>
            </a:r>
          </a:p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604203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36F9B-0102-026E-C2CA-976ADA350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535F1-01E7-D3B7-FF34-E094F215875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/>
              <a:t>The Design Team considers DTLS Chunk specification to be stable when it comes to format and functionality</a:t>
            </a:r>
          </a:p>
          <a:p>
            <a:pPr lvl="1"/>
            <a:r>
              <a:rPr lang="en-US"/>
              <a:t>Two independent implementations</a:t>
            </a:r>
          </a:p>
          <a:p>
            <a:pPr lvl="1"/>
            <a:r>
              <a:rPr lang="en-US"/>
              <a:t>Interoperability tests has shown that specification works</a:t>
            </a:r>
          </a:p>
          <a:p>
            <a:r>
              <a:rPr lang="en-US"/>
              <a:t>Specification text has improved significantly</a:t>
            </a:r>
          </a:p>
          <a:p>
            <a:pPr marL="265113" lvl="1" indent="0">
              <a:buNone/>
            </a:pPr>
            <a:endParaRPr lang="en-US"/>
          </a:p>
          <a:p>
            <a:r>
              <a:rPr lang="en-US"/>
              <a:t>The Design Team requests reviews of the DTLS Chunk</a:t>
            </a:r>
          </a:p>
          <a:p>
            <a:pPr lvl="1"/>
            <a:r>
              <a:rPr lang="en-US"/>
              <a:t>Consider to send LS to 3GPP on progress and request reviews</a:t>
            </a:r>
          </a:p>
          <a:p>
            <a:pPr marL="265113" lvl="1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617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CC43D-F545-4DCB-8B43-E8EAFF8E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Open Issue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E951D-D3C4-01B3-8CA5-D6CC1E7B8472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/>
              <a:t>Do the specification need both the abstract API and the Socket API?</a:t>
            </a:r>
          </a:p>
          <a:p>
            <a:pPr lvl="1"/>
            <a:r>
              <a:rPr lang="en-US"/>
              <a:t>They are different and shows that there are multiple implementations possible</a:t>
            </a:r>
          </a:p>
          <a:p>
            <a:pPr lvl="1"/>
            <a:r>
              <a:rPr lang="en-US"/>
              <a:t>It is a lot of text</a:t>
            </a:r>
          </a:p>
        </p:txBody>
      </p:sp>
    </p:spTree>
    <p:extLst>
      <p:ext uri="{BB962C8B-B14F-4D97-AF65-F5344CB8AC3E}">
        <p14:creationId xmlns:p14="http://schemas.microsoft.com/office/powerpoint/2010/main" val="161554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6FF69E04-8523-4965-90ED-73D4F9BAE2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83928708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Office Theme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8780731662370544","enableDocumentContentUpdater":true,"version":"1.9"}]]></TemplafySlideTemplateConfiguration>
</file>

<file path=customXml/item2.xml><?xml version="1.0" encoding="utf-8"?>
<TemplafyTemplateConfiguration><![CDATA[{"elementsMetadata":[],"transformationConfigurations":[{"language":"{{DocumentLanguage}}","disableUpdates":false,"type":"proofingLanguage"},{"propertyName":"FooterText","propertyValue":"true","disableUpdates":false,"type":"customDocumentProperty"},{"propertyName":"SecurityClass","propertyValue":"{{Form.ConfidentialityClass.Confidentiality}}","disableUpdates":false,"type":"customDocumentProperty"},{"propertyName":"ExtConf","propertyValue":"{{Form.ExternalConfidentialityLabel.ExternalConfidentiality}}","disableUpdates":false,"type":"customDocumentProperty"},{"propertyName":"Prepared","propertyValue":"{{Form.Prepared}}","disableUpdates":false,"type":"customDocumentProperty"},{"propertyName":"ApprovedBy","propertyValue":"{{Form.ApprovedBy}}","disableUpdates":false,"type":"customDocumentProperty"},{"propertyName":"DocNo","propertyValue":"{{Form.DocumentNumber}} {{Form.LanguageCode.LanguageCode}}","disableUpdates":false,"type":"customDocumentProperty"},{"propertyName":"Checked","propertyValue":"{{Form.Checked}}","disableUpdates":false,"type":"customDocumentProperty"},{"propertyName":"Date","propertyValue":"{{Form.Date}}","disableUpdates":false,"type":"customDocumentProperty"},{"propertyName":"Reference","propertyValue":"{{Form.Reference}}","disableUpdates":false,"type":"customDocumentProperty"},{"propertyName":"Title","propertyValue":"{{Form.DocumentTitle}}","disableUpdates":false,"type":"customDocumentProperty"},{"propertyName":"Keyword","propertyValue":"{{Form.Keywords}}","disableUpdates":false,"type":"customDocumentProperty"},{"propertyName":"DocumentType","propertyValue":"Presentation2011","disableUpdates":false,"type":"customDocumentProperty"},{"propertyName":"Language","propertyValue":"EnglishUS","disableUpdates":false,"type":"customDocumentProperty"},{"propertyName":"TemplateID","propertyValue":"FALSE","disableUpdates":false,"type":"customDocumentProperty"},{"propertyName":"ConfCtrl","propertyValue":"FALSE","disableUpdates":false,"type":"customDocumentProperty"},{"propertyName":"title","propertyValue":"{{Form.DocumentTitle}}","disableUpdates":false,"type":"documentProperty"},{"propertyName":"keywords","propertyValue":"{{Form.Keywords}}","disableUpdates":false,"type":"documentProperty"},{"propertyName":"creator","propertyValue":"{{Form.Prepared}}","disableUpdates":false,"type":"documentProperty"},{"propertyName":"DocTitle","propertyValue":"{{Form.DocTitle.DocTitle}}","disableUpdates":false,"type":"customDocumentProperty"},{"propertyName":"IsDocument","propertyValue":"{{Form.TemplateType.IsDocument}}","disableUpdates":false,"type":"customDocumentProperty"},{"propertyName":"IsPresentation","propertyValue":"{{Form.TemplateType.IsPresentation}}","disableUpdates":false,"type":"customDocumentProperty"},{"propertyName":"company","propertyValue":"Ericsson","disableUpdates":false,"type":"documentProperty"},{"propertyName":"PageNumberVisible","propertyValue":"{{Form.TotalPageNo.TotalPageNo_value}}","disableUpdates":false,"type":"customDocumentProperty"},{"propertyName":"Revision","propertyValue":"{{Form.Revision}}","disableUpdates":false,"type":"customDocumentProperty"},{"propertyName":"DocType","propertyValue":"{{Form.DocTypePresentation}}","disableUpdates":false,"type":"customDocumentProperty"},{"propertyName":"TemplateVersion","propertyValue":"R2A","disableUpdates":false,"type":"customDocumentProperty"},{"propertyName":"PackageNo","propertyValue":"LXA 119 603","disableUpdates":false,"type":"customDocumentProperty"},{"propertyName":"PackageVersion","propertyValue":"R6B","disableUpdates":false,"type":"customDocumentProperty"},{"propertyName":"TemplateName","propertyValue":"CXC 173 2731/1","disableUpdates":false,"type":"customDocumentProperty"},{"propertyName":"DocName","propertyValue":" ","disableUpdates":false,"type":"customDocumentProperty"},{"propertyName":"description","propertyValue":"{{Form.DocumentNumber}} {{Form.LanguageCode.LanguageCode}}\nRev {{Form.Revision}}","disableUpdates":false,"type":"documentProperty"},{"propertyName":"DocNoVisible","propertyValue":"{{Form.DocNo.ShowDocNo}}","disableUpdates":false,"type":"customDocumentProperty"}],"templateName":"","templateDescription":"","enableDocumentContentUpdater":true,"version":"1.9"}]]></TemplafyTemplate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8780731662370545","enableDocumentContentUpdater":true,"version":"1.9"}]]></TemplafySlideTemplateConfiguration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C8661F604A9A64C9627B875CBEE0D49" ma:contentTypeVersion="15" ma:contentTypeDescription="Create a new document." ma:contentTypeScope="" ma:versionID="a479c757ef17ea2b01d6697cee2b70c6">
  <xsd:schema xmlns:xsd="http://www.w3.org/2001/XMLSchema" xmlns:xs="http://www.w3.org/2001/XMLSchema" xmlns:p="http://schemas.microsoft.com/office/2006/metadata/properties" xmlns:ns3="92e1255f-bb7b-4dc9-b051-584cc104eb44" xmlns:ns4="a6550eff-0fc9-443f-8e77-72cbcf778382" targetNamespace="http://schemas.microsoft.com/office/2006/metadata/properties" ma:root="true" ma:fieldsID="08df2d0f55032e4052d032aa8ec7ed1f" ns3:_="" ns4:_="">
    <xsd:import namespace="92e1255f-bb7b-4dc9-b051-584cc104eb44"/>
    <xsd:import namespace="a6550eff-0fc9-443f-8e77-72cbcf778382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3:LastSharedByUser" minOccurs="0"/>
                <xsd:element ref="ns3:LastSharedByTime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e1255f-bb7b-4dc9-b051-584cc104eb4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  <xsd:element name="LastSharedByUser" ma:index="11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2" nillable="true" ma:displayName="Last Shared By Time" ma:description="" ma:internalName="LastSharedByTime" ma:readOnly="tru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6550eff-0fc9-443f-8e77-72cbcf778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3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5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6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7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5.xml><?xml version="1.0" encoding="utf-8"?>
<TemplafySlideFormConfiguration><![CDATA[{"formFields":[],"formDataEntries":[]}]]></TemplafySlideFormConfiguration>
</file>

<file path=customXml/item6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7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FormConfiguration><![CDATA[{"formFields":[{"required":true,"placeholder":"","lines":0,"helpTexts":{"prefix":"","postfix":""},"spacing":{},"type":"textBox","name":"DocumentTitle","label":"Document Title","fullyQualifiedName":"DocumentTitle"},{"dataSource":"Confidentiality","displayColumn":"confidentiality","hideIfNoUserInteractionRequired":false,"distinct":true,"required":true,"autoSelectFirstOption":false,"helpTexts":{"prefix":"","postfix":""},"spacing":{},"type":"dropDown","name":"ConfidentialityClass","label":"Confidentiality Class","fullyQualifiedName":"ConfidentialityClass"},{"dataSource":"External Confidentiality label","displayColumn":"externalConfidentiality","hideIfNoUserInteractionRequired":false,"distinct":true,"required":false,"autoSelectFirstOption":false,"helpTexts":{"prefix":"","postfix":"(If no external confidentiality class then please choose the blank value)"},"spacing":{},"type":"dropDown","name":"ExternalConfidentialityLabel","label":"External Confidentiality label","fullyQualifiedName":"ExternalConfidentialityLabel"},{"column":"documentType","required":false,"placeholder":"","autoSelectFirstOption":false,"helpTexts":{"prefix":"","postfix":""},"spacing":{},"dataSource":"PowerPoint Document Type","type":"comboBox","name":"DocTypePresentation","label":"Document Type","fullyQualifiedName":"DocTypePresentation"},{"required":false,"placeholder":"","lines":0,"helpTexts":{"prefix":"","postfix":"(Commonly assigned by EriDoc)"},"spacing":{},"type":"textBox","name":"DocumentNumber","label":"Document Number","fullyQualifiedName":"DocumentNumber"},{"dataSource":"Language code","displayColumn":"showName","defaultValue":"1","hideIfNoUserInteractionRequired":false,"distinct":true,"required":false,"autoSelectFirstOption":false,"helpTexts":{"prefix":"","postfix":"(The language code will be appended to the Document No.)"},"spacing":{},"type":"dropDown","name":"LanguageCode","label":"Language Code","fullyQualifiedName":"LanguageCode"},{"column":"revision","required":false,"placeholder":"","autoSelectFirstOption":false,"helpTexts":{"prefix":"","postfix":""},"spacing":{},"dataSource":"Revision","type":"comboBox","name":"Revision","label":"Revision","fullyQualifiedName":"Revision"},{"required":false,"helpTexts":{"prefix":"","postfix":""},"spacing":{},"type":"datePicker","name":"Date","label":"Date","fullyQualifiedName":"Date"},{"helpTexts":{"prefix":"","postfix":""},"spacing":{},"type":"heading","name":"FooterVisibilityOptions","label":"Footer Visibility Options","fullyQualifiedName":"FooterVisibilityOptions"},{"dataSource":"PPT FooterVisibility","displayColumn":"templateType","defaultValue":"1","hideIfNoUserInteractionRequired":false,"distinct":true,"required":true,"autoSelectFirstOption":false,"helpTexts":{"prefix":"","postfix":""},"spacing":{},"type":"dropDown","name":"TemplateType","label":"Is this a document or presentation?","fullyQualifiedName":"TemplateType"},{"dataSource":"PPT FooterVisibility","displayColumn":"docTitle_label","filter":{"column":"templateType","otherFieldName":"TemplateType","fullyQualifiedOtherFieldName":"TemplateType","otherFieldColumn":"TemplateType","formReference":"none","operator":"equals"},"hideIfNoUserInteractionRequired":false,"distinct":true,"required":false,"autoSelectFirstOption":true,"helpTexts":{"prefix":"","postfix":""},"spacing":{},"type":"dropDown","name":"DocTitle","label":"Show document title in footer?","fullyQualifiedName":"DocTitle"},{"dataSource":"PPT FooterVisibility","displayColumn":"totalPageNo_text","filter":{"column":"templateType","otherFieldName":"TemplateType","fullyQualifiedOtherFieldName":"TemplateType","otherFieldColumn":"TemplateType","formReference":"none","operator":"equals"},"hideIfNoUserInteractionRequired":false,"distinct":true,"required":false,"autoSelectFirstOption":true,"helpTexts":{"prefix":"","postfix":""},"spacing":{},"type":"dropDown","name":"TotalPageNo","label":"Page numbering","fullyQualifiedName":"TotalPageNo"},{"dataSource":"PPT FooterVisibility","displayColumn":"showDocNo_label","filter":{"column":"templateType","otherFieldName":"TemplateType","fullyQualifiedOtherFieldName":"TemplateType","otherFieldColumn":"TemplateType","formReference":"none","operator":"equals"},"hideIfNoUserInteractionRequired":false,"distinct":true,"required":false,"autoSelectFirstOption":true,"helpTexts":{"prefix":"","postfix":""},"spacing":{},"type":"dropDown","name":"DocNo","label":"Show document number in footer?","fullyQualifiedName":"DocNo"},{"required":false,"placeholder":"","lines":0,"defaultValue":"{{UserProfile.Prepared}}","helpTexts":{"prefix":"","postfix":""},"spacing":{},"type":"textBox","name":"Prepared","label":"Prepared By (Subject Responsible)","fullyQualifiedName":"Prepared"},{"required":false,"placeholder":"","lines":0,"helpTexts":{"prefix":"","postfix":""},"spacing":{},"type":"textBox","name":"ApprovedBy","label":"Approved By (Document Responsible)","fullyQualifiedName":"ApprovedBy"},{"required":false,"placeholder":"","lines":0,"helpTexts":{"prefix":"","postfix":""},"spacing":{},"type":"textBox","name":"Checked","label":"Checked","fullyQualifiedName":"Checked"},{"required":false,"placeholder":"","lines":0,"helpTexts":{"prefix":"","postfix":"(Overwritten with EriDoc values at check-in)"},"spacing":{},"type":"textBox","name":"Reference","label":"Reference","fullyQualifiedName":"Reference"},{"required":false,"placeholder":"","lines":0,"helpTexts":{"prefix":"","postfix":""},"spacing":{},"type":"textBox","name":"Keywords","label":"Keywords","fullyQualifiedName":"Keywords"}],"formDataEntries":[{"name":"DocumentTitle","value":"pYKnA1M1iVGe972lLW237tBCWABVWwTW03TtSWLVXT0="},{"name":"ConfidentialityClass","value":"cT/FOwTWaPknrhRlNMh4SQ=="},{"name":"LanguageCode","value":"5wlu7ZdPxHQj1W0w+yTNSg=="},{"name":"Date","value":"fbd86WXKelPa8nlkyyencA=="},{"name":"TemplateType","value":"5wlu7ZdPxHQj1W0w+yTNSg=="},{"name":"DocTitle","value":"5wlu7ZdPxHQj1W0w+yTNSg=="},{"name":"TotalPageNo","value":"cT/FOwTWaPknrhRlNMh4SQ=="},{"name":"DocNo","value":"5wlu7ZdPxHQj1W0w+yTNSg=="},{"name":"Prepared","value":"fdJUhNIjdwPGv3mvNZlQT4ASrQGRpusVL7uBTgJlxbo="}]}]]></TemplafyForm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documentContentValidatorConfiguration":{"enableDocumentContentValidator":false,"documentContentValidatorVersion":0},"elementsMetadata":[],"slideId":"638780731662214300","enableDocumentContentUpdater":true,"version":"1.9"}]]></TemplafySlideTemplate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8780731662526815","enableDocumentContentUpdater":true,"version":"1.9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TemplateConfiguration><![CDATA[{"elementsMetadata":[],"documentContentValidatorConfiguration":{"enableDocumentContentValidator":false,"documentContentValidatorVersion":0},"slideId":"637027476704980324","enableDocumentContentUpdater":true,"version":"1.9"}]]></TemplafySlideTemplateConfiguration>
</file>

<file path=customXml/itemProps1.xml><?xml version="1.0" encoding="utf-8"?>
<ds:datastoreItem xmlns:ds="http://schemas.openxmlformats.org/officeDocument/2006/customXml" ds:itemID="{683FEB75-8CFA-449C-A6B1-B1E4A86A58A1}">
  <ds:schemaRefs/>
</ds:datastoreItem>
</file>

<file path=customXml/itemProps2.xml><?xml version="1.0" encoding="utf-8"?>
<ds:datastoreItem xmlns:ds="http://schemas.openxmlformats.org/officeDocument/2006/customXml" ds:itemID="{07958A4E-FAB1-42E4-B6B5-29B01F63F87B}">
  <ds:schemaRefs/>
</ds:datastoreItem>
</file>

<file path=customXml/itemProps3.xml><?xml version="1.0" encoding="utf-8"?>
<ds:datastoreItem xmlns:ds="http://schemas.openxmlformats.org/officeDocument/2006/customXml" ds:itemID="{03AF3FDC-ACD1-46F3-A43E-782322DF9816}">
  <ds:schemaRefs/>
</ds:datastoreItem>
</file>

<file path=customXml/itemProps4.xml><?xml version="1.0" encoding="utf-8"?>
<ds:datastoreItem xmlns:ds="http://schemas.openxmlformats.org/officeDocument/2006/customXml" ds:itemID="{A2258578-4028-422E-A2BB-56A6BD2305EC}">
  <ds:schemaRefs>
    <ds:schemaRef ds:uri="92e1255f-bb7b-4dc9-b051-584cc104eb44"/>
    <ds:schemaRef ds:uri="a6550eff-0fc9-443f-8e77-72cbcf77838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5.xml><?xml version="1.0" encoding="utf-8"?>
<ds:datastoreItem xmlns:ds="http://schemas.openxmlformats.org/officeDocument/2006/customXml" ds:itemID="{58CC0B31-82B9-497A-9A2E-F3F72D0BBDAD}">
  <ds:schemaRefs/>
</ds:datastoreItem>
</file>

<file path=customXml/itemProps6.xml><?xml version="1.0" encoding="utf-8"?>
<ds:datastoreItem xmlns:ds="http://schemas.openxmlformats.org/officeDocument/2006/customXml" ds:itemID="{F5A7E41D-6E7F-4B05-AFAB-F540BD4C068B}">
  <ds:schemaRefs>
    <ds:schemaRef ds:uri="http://schemas.microsoft.com/sharepoint/v3/contenttype/forms"/>
  </ds:schemaRefs>
</ds:datastoreItem>
</file>

<file path=customXml/itemProps7.xml><?xml version="1.0" encoding="utf-8"?>
<ds:datastoreItem xmlns:ds="http://schemas.openxmlformats.org/officeDocument/2006/customXml" ds:itemID="{56F2EE69-0CCA-4F48-BE22-EC4A886C57A7}">
  <ds:schemaRefs>
    <ds:schemaRef ds:uri="92e1255f-bb7b-4dc9-b051-584cc104eb44"/>
    <ds:schemaRef ds:uri="a6550eff-0fc9-443f-8e77-72cbcf77838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8.xml><?xml version="1.0" encoding="utf-8"?>
<ds:datastoreItem xmlns:ds="http://schemas.openxmlformats.org/officeDocument/2006/customXml" ds:itemID="{847502A6-7CBE-43AF-BDF6-4D4423521D8C}">
  <ds:schemaRefs/>
</ds:datastoreItem>
</file>

<file path=customXml/itemProps9.xml><?xml version="1.0" encoding="utf-8"?>
<ds:datastoreItem xmlns:ds="http://schemas.openxmlformats.org/officeDocument/2006/customXml" ds:itemID="{D92C3DF5-A179-4E2D-BD20-07044B39171F}">
  <ds:schemaRefs/>
</ds:datastoreItem>
</file>

<file path=customXml/itemProps10.xml><?xml version="1.0" encoding="utf-8"?>
<ds:datastoreItem xmlns:ds="http://schemas.openxmlformats.org/officeDocument/2006/customXml" ds:itemID="{32BA7684-6BE4-4F73-B22E-30934AB379B8}">
  <ds:schemaRefs/>
</ds:datastoreItem>
</file>

<file path=customXml/itemProps11.xml><?xml version="1.0" encoding="utf-8"?>
<ds:datastoreItem xmlns:ds="http://schemas.openxmlformats.org/officeDocument/2006/customXml" ds:itemID="{822D38AD-8010-4CD3-BD6B-117CB8DF70A4}">
  <ds:schemaRefs/>
</ds:datastoreItem>
</file>

<file path=customXml/itemProps12.xml><?xml version="1.0" encoding="utf-8"?>
<ds:datastoreItem xmlns:ds="http://schemas.openxmlformats.org/officeDocument/2006/customXml" ds:itemID="{72516535-7702-46AF-9B1F-8623A67A824E}">
  <ds:schemaRefs/>
</ds:datastoreItem>
</file>

<file path=customXml/itemProps13.xml><?xml version="1.0" encoding="utf-8"?>
<ds:datastoreItem xmlns:ds="http://schemas.openxmlformats.org/officeDocument/2006/customXml" ds:itemID="{1CE36EA9-2186-4EB1-871A-8AE59C2A13BB}">
  <ds:schemaRefs/>
</ds:datastoreItem>
</file>

<file path=customXml/itemProps14.xml><?xml version="1.0" encoding="utf-8"?>
<ds:datastoreItem xmlns:ds="http://schemas.openxmlformats.org/officeDocument/2006/customXml" ds:itemID="{B9AEDDE3-EA02-4A8F-B8F8-0606A0AA45FC}">
  <ds:schemaRefs/>
</ds:datastoreItem>
</file>

<file path=customXml/itemProps15.xml><?xml version="1.0" encoding="utf-8"?>
<ds:datastoreItem xmlns:ds="http://schemas.openxmlformats.org/officeDocument/2006/customXml" ds:itemID="{C09F197C-6A49-47D0-B877-F88807989676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PresentationTemplate2025</Template>
  <Application>Microsoft Office PowerPoint</Application>
  <PresentationFormat>Widescreen</PresentationFormat>
  <Slides>9</Slides>
  <Notes>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PresentationTemplate2025</vt:lpstr>
      <vt:lpstr>SCTP DTLS Chunk</vt:lpstr>
      <vt:lpstr>Introduction</vt:lpstr>
      <vt:lpstr>DTLS Chunk (Updated)</vt:lpstr>
      <vt:lpstr>Changes</vt:lpstr>
      <vt:lpstr>Interoperability</vt:lpstr>
      <vt:lpstr>What has been tested</vt:lpstr>
      <vt:lpstr>Status</vt:lpstr>
      <vt:lpstr>Open Issue</vt:lpstr>
      <vt:lpstr>PowerPoint Presentation</vt:lpstr>
    </vt:vector>
  </TitlesOfParts>
  <Company>Ericsson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IETF 126 TSVWG DTLS Chunk</dc:title>
  <dc:creator>ERAMSWD Magnus Westerlund</dc:creator>
  <cp:keywords/>
  <dc:description> 
Rev </dc:description>
  <cp:revision>1</cp:revision>
  <dcterms:created xsi:type="dcterms:W3CDTF">2026-07-16T11:39:52Z</dcterms:created>
  <dcterms:modified xsi:type="dcterms:W3CDTF">2026-07-18T12:46:56Z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Category">
    <vt:lpwstr> </vt:lpwstr>
  </property>
  <property fmtid="{D5CDD505-2E9C-101B-9397-08002B2CF9AE}" pid="3" name="TemplateIdentity">
    <vt:lpwstr> </vt:lpwstr>
  </property>
  <property fmtid="{D5CDD505-2E9C-101B-9397-08002B2CF9AE}" pid="4" name="DocName">
    <vt:lpwstr> </vt:lpwstr>
  </property>
  <property fmtid="{D5CDD505-2E9C-101B-9397-08002B2CF9AE}" pid="5" name="ContentTypeId">
    <vt:lpwstr>0x0101002C8661F604A9A64C9627B875CBEE0D49</vt:lpwstr>
  </property>
  <property fmtid="{D5CDD505-2E9C-101B-9397-08002B2CF9AE}" pid="6" name="DocumentDataTemplate">
    <vt:lpwstr>true</vt:lpwstr>
  </property>
  <property fmtid="{D5CDD505-2E9C-101B-9397-08002B2CF9AE}" pid="7" name="BSubject">
    <vt:lpwstr> </vt:lpwstr>
  </property>
  <property fmtid="{D5CDD505-2E9C-101B-9397-08002B2CF9AE}" pid="8" name="TemplafyTimeStamp">
    <vt:lpwstr>2025-03-20T13:12:46.0714942Z</vt:lpwstr>
  </property>
  <property fmtid="{D5CDD505-2E9C-101B-9397-08002B2CF9AE}" pid="9" name="TemplafyTenantId">
    <vt:lpwstr>ericsson</vt:lpwstr>
  </property>
  <property fmtid="{D5CDD505-2E9C-101B-9397-08002B2CF9AE}" pid="10" name="TemplafyTemplateId">
    <vt:lpwstr>637661677935531027</vt:lpwstr>
  </property>
  <property fmtid="{D5CDD505-2E9C-101B-9397-08002B2CF9AE}" pid="11" name="TemplafyUserProfileId">
    <vt:lpwstr>637106196743867879</vt:lpwstr>
  </property>
  <property fmtid="{D5CDD505-2E9C-101B-9397-08002B2CF9AE}" pid="12" name="TemplafyLanguageCode">
    <vt:lpwstr>en-US</vt:lpwstr>
  </property>
  <property fmtid="{D5CDD505-2E9C-101B-9397-08002B2CF9AE}" pid="13" name="FooterText">
    <vt:lpwstr>true</vt:lpwstr>
  </property>
  <property fmtid="{D5CDD505-2E9C-101B-9397-08002B2CF9AE}" pid="14" name="SecurityClass">
    <vt:lpwstr>Open</vt:lpwstr>
  </property>
  <property fmtid="{D5CDD505-2E9C-101B-9397-08002B2CF9AE}" pid="15" name="ExtConf">
    <vt:lpwstr/>
  </property>
  <property fmtid="{D5CDD505-2E9C-101B-9397-08002B2CF9AE}" pid="16" name="Prepared">
    <vt:lpwstr>ERAMSWD Magnus Westerlund</vt:lpwstr>
  </property>
  <property fmtid="{D5CDD505-2E9C-101B-9397-08002B2CF9AE}" pid="17" name="ApprovedBy">
    <vt:lpwstr/>
  </property>
  <property fmtid="{D5CDD505-2E9C-101B-9397-08002B2CF9AE}" pid="18" name="DocNo">
    <vt:lpwstr> </vt:lpwstr>
  </property>
  <property fmtid="{D5CDD505-2E9C-101B-9397-08002B2CF9AE}" pid="19" name="Checked">
    <vt:lpwstr/>
  </property>
  <property fmtid="{D5CDD505-2E9C-101B-9397-08002B2CF9AE}" pid="20" name="Date">
    <vt:lpwstr>2026-07-16</vt:lpwstr>
  </property>
  <property fmtid="{D5CDD505-2E9C-101B-9397-08002B2CF9AE}" pid="21" name="Reference">
    <vt:lpwstr/>
  </property>
  <property fmtid="{D5CDD505-2E9C-101B-9397-08002B2CF9AE}" pid="22" name="Title">
    <vt:lpwstr>IETF 126 TSVWG DTLS Chunk</vt:lpwstr>
  </property>
  <property fmtid="{D5CDD505-2E9C-101B-9397-08002B2CF9AE}" pid="23" name="Keyword">
    <vt:lpwstr/>
  </property>
  <property fmtid="{D5CDD505-2E9C-101B-9397-08002B2CF9AE}" pid="24" name="DocumentType">
    <vt:lpwstr>Presentation2011</vt:lpwstr>
  </property>
  <property fmtid="{D5CDD505-2E9C-101B-9397-08002B2CF9AE}" pid="25" name="Language">
    <vt:lpwstr>EnglishUS</vt:lpwstr>
  </property>
  <property fmtid="{D5CDD505-2E9C-101B-9397-08002B2CF9AE}" pid="26" name="TemplateID">
    <vt:lpwstr>FALSE</vt:lpwstr>
  </property>
  <property fmtid="{D5CDD505-2E9C-101B-9397-08002B2CF9AE}" pid="27" name="ConfCtrl">
    <vt:lpwstr>FALSE</vt:lpwstr>
  </property>
  <property fmtid="{D5CDD505-2E9C-101B-9397-08002B2CF9AE}" pid="28" name="DocTitle">
    <vt:lpwstr>false</vt:lpwstr>
  </property>
  <property fmtid="{D5CDD505-2E9C-101B-9397-08002B2CF9AE}" pid="29" name="IsDocument">
    <vt:lpwstr>true</vt:lpwstr>
  </property>
  <property fmtid="{D5CDD505-2E9C-101B-9397-08002B2CF9AE}" pid="30" name="IsPresentation">
    <vt:lpwstr>false</vt:lpwstr>
  </property>
  <property fmtid="{D5CDD505-2E9C-101B-9397-08002B2CF9AE}" pid="31" name="PageNumberVisible">
    <vt:lpwstr>PageX</vt:lpwstr>
  </property>
  <property fmtid="{D5CDD505-2E9C-101B-9397-08002B2CF9AE}" pid="32" name="Revision">
    <vt:lpwstr/>
  </property>
  <property fmtid="{D5CDD505-2E9C-101B-9397-08002B2CF9AE}" pid="33" name="DocType">
    <vt:lpwstr/>
  </property>
  <property fmtid="{D5CDD505-2E9C-101B-9397-08002B2CF9AE}" pid="34" name="TemplateVersion">
    <vt:lpwstr>R2A</vt:lpwstr>
  </property>
  <property fmtid="{D5CDD505-2E9C-101B-9397-08002B2CF9AE}" pid="35" name="PackageNo">
    <vt:lpwstr>LXA 119 603</vt:lpwstr>
  </property>
  <property fmtid="{D5CDD505-2E9C-101B-9397-08002B2CF9AE}" pid="36" name="PackageVersion">
    <vt:lpwstr>R6B</vt:lpwstr>
  </property>
  <property fmtid="{D5CDD505-2E9C-101B-9397-08002B2CF9AE}" pid="37" name="TemplateName">
    <vt:lpwstr>CXC 173 2731/1</vt:lpwstr>
  </property>
  <property fmtid="{D5CDD505-2E9C-101B-9397-08002B2CF9AE}" pid="38" name="DocNoVisible">
    <vt:lpwstr>true</vt:lpwstr>
  </property>
</Properties>
</file>